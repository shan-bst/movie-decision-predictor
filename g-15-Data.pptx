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25159B-53FF-41BD-86AD-78ECC3D767CB}" type="datetimeFigureOut">
              <a:rPr lang="en-PH" smtClean="0"/>
              <a:t>3/16/2026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3C715D-5AFD-4597-B921-415BF40B5984}" type="slidenum">
              <a:rPr lang="en-PH" smtClean="0"/>
              <a:t>‹#›</a:t>
            </a:fld>
            <a:endParaRPr lang="en-PH"/>
          </a:p>
        </p:txBody>
      </p:sp>
    </p:spTree>
    <p:extLst>
      <p:ext uri="{BB962C8B-B14F-4D97-AF65-F5344CB8AC3E}">
        <p14:creationId xmlns:p14="http://schemas.microsoft.com/office/powerpoint/2010/main" val="584386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73B03-DECD-393E-C713-54F5C38541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C07B2C17-AFF0-A9E5-81B2-12390B7212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DDA8DB79-7ABC-02D6-A148-A452A41C618E}"/>
              </a:ext>
            </a:extLst>
          </p:cNvPr>
          <p:cNvSpPr>
            <a:spLocks noGrp="1"/>
          </p:cNvSpPr>
          <p:nvPr>
            <p:ph type="dt" sz="half" idx="10"/>
          </p:nvPr>
        </p:nvSpPr>
        <p:spPr/>
        <p:txBody>
          <a:bodyPr/>
          <a:lstStyle/>
          <a:p>
            <a:fld id="{04CB4955-0EDE-4EEA-AD58-9F73D234855B}" type="datetimeFigureOut">
              <a:rPr lang="en-PH" smtClean="0"/>
              <a:t>3/16/2026</a:t>
            </a:fld>
            <a:endParaRPr lang="en-PH"/>
          </a:p>
        </p:txBody>
      </p:sp>
      <p:sp>
        <p:nvSpPr>
          <p:cNvPr id="5" name="Footer Placeholder 4">
            <a:extLst>
              <a:ext uri="{FF2B5EF4-FFF2-40B4-BE49-F238E27FC236}">
                <a16:creationId xmlns:a16="http://schemas.microsoft.com/office/drawing/2014/main" id="{AF812224-3658-E73E-023D-5F5125CD4EB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475503F-142E-2B81-12DB-97435650221B}"/>
              </a:ext>
            </a:extLst>
          </p:cNvPr>
          <p:cNvSpPr>
            <a:spLocks noGrp="1"/>
          </p:cNvSpPr>
          <p:nvPr>
            <p:ph type="sldNum" sz="quarter" idx="12"/>
          </p:nvPr>
        </p:nvSpPr>
        <p:spPr/>
        <p:txBody>
          <a:bodyPr/>
          <a:lstStyle/>
          <a:p>
            <a:fld id="{A1473C09-04B2-41F1-A222-64F6EC71F6D9}" type="slidenum">
              <a:rPr lang="en-PH" smtClean="0"/>
              <a:t>‹#›</a:t>
            </a:fld>
            <a:endParaRPr lang="en-PH"/>
          </a:p>
        </p:txBody>
      </p:sp>
    </p:spTree>
    <p:extLst>
      <p:ext uri="{BB962C8B-B14F-4D97-AF65-F5344CB8AC3E}">
        <p14:creationId xmlns:p14="http://schemas.microsoft.com/office/powerpoint/2010/main" val="1928371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42523-4342-16D0-C620-15E0880327CD}"/>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267F0480-25D8-F8C7-9023-9BFC9CEB73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63722CD-3B71-05C1-33F7-7E7964EB80E4}"/>
              </a:ext>
            </a:extLst>
          </p:cNvPr>
          <p:cNvSpPr>
            <a:spLocks noGrp="1"/>
          </p:cNvSpPr>
          <p:nvPr>
            <p:ph type="dt" sz="half" idx="10"/>
          </p:nvPr>
        </p:nvSpPr>
        <p:spPr/>
        <p:txBody>
          <a:bodyPr/>
          <a:lstStyle/>
          <a:p>
            <a:fld id="{04CB4955-0EDE-4EEA-AD58-9F73D234855B}" type="datetimeFigureOut">
              <a:rPr lang="en-PH" smtClean="0"/>
              <a:t>3/16/2026</a:t>
            </a:fld>
            <a:endParaRPr lang="en-PH"/>
          </a:p>
        </p:txBody>
      </p:sp>
      <p:sp>
        <p:nvSpPr>
          <p:cNvPr id="5" name="Footer Placeholder 4">
            <a:extLst>
              <a:ext uri="{FF2B5EF4-FFF2-40B4-BE49-F238E27FC236}">
                <a16:creationId xmlns:a16="http://schemas.microsoft.com/office/drawing/2014/main" id="{04E52A88-C474-2278-F90F-0C96A11FE71E}"/>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F040CDD0-7D46-86EB-6C2F-AAACD03FA743}"/>
              </a:ext>
            </a:extLst>
          </p:cNvPr>
          <p:cNvSpPr>
            <a:spLocks noGrp="1"/>
          </p:cNvSpPr>
          <p:nvPr>
            <p:ph type="sldNum" sz="quarter" idx="12"/>
          </p:nvPr>
        </p:nvSpPr>
        <p:spPr/>
        <p:txBody>
          <a:bodyPr/>
          <a:lstStyle/>
          <a:p>
            <a:fld id="{A1473C09-04B2-41F1-A222-64F6EC71F6D9}" type="slidenum">
              <a:rPr lang="en-PH" smtClean="0"/>
              <a:t>‹#›</a:t>
            </a:fld>
            <a:endParaRPr lang="en-PH"/>
          </a:p>
        </p:txBody>
      </p:sp>
    </p:spTree>
    <p:extLst>
      <p:ext uri="{BB962C8B-B14F-4D97-AF65-F5344CB8AC3E}">
        <p14:creationId xmlns:p14="http://schemas.microsoft.com/office/powerpoint/2010/main" val="1972379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9D895-B527-E206-D23F-98F21F036E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B329D84E-77DA-A80F-B661-56E07F4B6A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73D5BD-1D99-E006-432E-CF70566DFFCA}"/>
              </a:ext>
            </a:extLst>
          </p:cNvPr>
          <p:cNvSpPr>
            <a:spLocks noGrp="1"/>
          </p:cNvSpPr>
          <p:nvPr>
            <p:ph type="dt" sz="half" idx="10"/>
          </p:nvPr>
        </p:nvSpPr>
        <p:spPr/>
        <p:txBody>
          <a:bodyPr/>
          <a:lstStyle/>
          <a:p>
            <a:fld id="{04CB4955-0EDE-4EEA-AD58-9F73D234855B}" type="datetimeFigureOut">
              <a:rPr lang="en-PH" smtClean="0"/>
              <a:t>3/16/2026</a:t>
            </a:fld>
            <a:endParaRPr lang="en-PH"/>
          </a:p>
        </p:txBody>
      </p:sp>
      <p:sp>
        <p:nvSpPr>
          <p:cNvPr id="5" name="Footer Placeholder 4">
            <a:extLst>
              <a:ext uri="{FF2B5EF4-FFF2-40B4-BE49-F238E27FC236}">
                <a16:creationId xmlns:a16="http://schemas.microsoft.com/office/drawing/2014/main" id="{2DC04FD0-63BE-4102-0DB4-232A64663DD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804239D-6661-B610-4ABD-A9E902052305}"/>
              </a:ext>
            </a:extLst>
          </p:cNvPr>
          <p:cNvSpPr>
            <a:spLocks noGrp="1"/>
          </p:cNvSpPr>
          <p:nvPr>
            <p:ph type="sldNum" sz="quarter" idx="12"/>
          </p:nvPr>
        </p:nvSpPr>
        <p:spPr/>
        <p:txBody>
          <a:bodyPr/>
          <a:lstStyle/>
          <a:p>
            <a:fld id="{A1473C09-04B2-41F1-A222-64F6EC71F6D9}" type="slidenum">
              <a:rPr lang="en-PH" smtClean="0"/>
              <a:t>‹#›</a:t>
            </a:fld>
            <a:endParaRPr lang="en-PH"/>
          </a:p>
        </p:txBody>
      </p:sp>
    </p:spTree>
    <p:extLst>
      <p:ext uri="{BB962C8B-B14F-4D97-AF65-F5344CB8AC3E}">
        <p14:creationId xmlns:p14="http://schemas.microsoft.com/office/powerpoint/2010/main" val="1281902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B3550-B03F-69A0-D355-7F4E0EBDA880}"/>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EA5233A5-AFBD-49BD-CBE8-738953F734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A8EA7AC5-648D-C7C4-EC1D-92A9D15CF6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12E9B2CF-D6C2-172D-ABEF-3BFC34E5386E}"/>
              </a:ext>
            </a:extLst>
          </p:cNvPr>
          <p:cNvSpPr>
            <a:spLocks noGrp="1"/>
          </p:cNvSpPr>
          <p:nvPr>
            <p:ph type="dt" sz="half" idx="10"/>
          </p:nvPr>
        </p:nvSpPr>
        <p:spPr/>
        <p:txBody>
          <a:bodyPr/>
          <a:lstStyle/>
          <a:p>
            <a:fld id="{04CB4955-0EDE-4EEA-AD58-9F73D234855B}" type="datetimeFigureOut">
              <a:rPr lang="en-PH" smtClean="0"/>
              <a:t>3/16/2026</a:t>
            </a:fld>
            <a:endParaRPr lang="en-PH"/>
          </a:p>
        </p:txBody>
      </p:sp>
      <p:sp>
        <p:nvSpPr>
          <p:cNvPr id="6" name="Footer Placeholder 5">
            <a:extLst>
              <a:ext uri="{FF2B5EF4-FFF2-40B4-BE49-F238E27FC236}">
                <a16:creationId xmlns:a16="http://schemas.microsoft.com/office/drawing/2014/main" id="{BF166765-88DE-18E4-373B-37993035D33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B9474E2C-77C3-4EE7-8D34-BA03C75742F6}"/>
              </a:ext>
            </a:extLst>
          </p:cNvPr>
          <p:cNvSpPr>
            <a:spLocks noGrp="1"/>
          </p:cNvSpPr>
          <p:nvPr>
            <p:ph type="sldNum" sz="quarter" idx="12"/>
          </p:nvPr>
        </p:nvSpPr>
        <p:spPr/>
        <p:txBody>
          <a:bodyPr/>
          <a:lstStyle/>
          <a:p>
            <a:fld id="{A1473C09-04B2-41F1-A222-64F6EC71F6D9}" type="slidenum">
              <a:rPr lang="en-PH" smtClean="0"/>
              <a:t>‹#›</a:t>
            </a:fld>
            <a:endParaRPr lang="en-PH"/>
          </a:p>
        </p:txBody>
      </p:sp>
    </p:spTree>
    <p:extLst>
      <p:ext uri="{BB962C8B-B14F-4D97-AF65-F5344CB8AC3E}">
        <p14:creationId xmlns:p14="http://schemas.microsoft.com/office/powerpoint/2010/main" val="3279851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D5B21-7045-AEA0-51FB-59B0B805784A}"/>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F227140C-ED99-B272-B08F-FCE4EA5D16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600D44-00A3-AB4A-6B8A-4CCF39731C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242A409D-19CC-B4FA-1B0F-0BF843D377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CEB66A-14B8-589F-1F5C-F9744DD32D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282FF311-D65E-A766-0B10-AE1EB2ED299D}"/>
              </a:ext>
            </a:extLst>
          </p:cNvPr>
          <p:cNvSpPr>
            <a:spLocks noGrp="1"/>
          </p:cNvSpPr>
          <p:nvPr>
            <p:ph type="dt" sz="half" idx="10"/>
          </p:nvPr>
        </p:nvSpPr>
        <p:spPr/>
        <p:txBody>
          <a:bodyPr/>
          <a:lstStyle/>
          <a:p>
            <a:fld id="{04CB4955-0EDE-4EEA-AD58-9F73D234855B}" type="datetimeFigureOut">
              <a:rPr lang="en-PH" smtClean="0"/>
              <a:t>3/16/2026</a:t>
            </a:fld>
            <a:endParaRPr lang="en-PH"/>
          </a:p>
        </p:txBody>
      </p:sp>
      <p:sp>
        <p:nvSpPr>
          <p:cNvPr id="8" name="Footer Placeholder 7">
            <a:extLst>
              <a:ext uri="{FF2B5EF4-FFF2-40B4-BE49-F238E27FC236}">
                <a16:creationId xmlns:a16="http://schemas.microsoft.com/office/drawing/2014/main" id="{844AC757-B5F3-F4CD-B40C-0D878E001B9D}"/>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2FD80F82-6F39-DFC4-E48A-EDEA34DEBC71}"/>
              </a:ext>
            </a:extLst>
          </p:cNvPr>
          <p:cNvSpPr>
            <a:spLocks noGrp="1"/>
          </p:cNvSpPr>
          <p:nvPr>
            <p:ph type="sldNum" sz="quarter" idx="12"/>
          </p:nvPr>
        </p:nvSpPr>
        <p:spPr/>
        <p:txBody>
          <a:bodyPr/>
          <a:lstStyle/>
          <a:p>
            <a:fld id="{A1473C09-04B2-41F1-A222-64F6EC71F6D9}" type="slidenum">
              <a:rPr lang="en-PH" smtClean="0"/>
              <a:t>‹#›</a:t>
            </a:fld>
            <a:endParaRPr lang="en-PH"/>
          </a:p>
        </p:txBody>
      </p:sp>
    </p:spTree>
    <p:extLst>
      <p:ext uri="{BB962C8B-B14F-4D97-AF65-F5344CB8AC3E}">
        <p14:creationId xmlns:p14="http://schemas.microsoft.com/office/powerpoint/2010/main" val="502958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55526-7260-3FD2-BFE9-712FAC233EF4}"/>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5FA24431-7958-C9A6-008A-F47CC3BB8579}"/>
              </a:ext>
            </a:extLst>
          </p:cNvPr>
          <p:cNvSpPr>
            <a:spLocks noGrp="1"/>
          </p:cNvSpPr>
          <p:nvPr>
            <p:ph type="dt" sz="half" idx="10"/>
          </p:nvPr>
        </p:nvSpPr>
        <p:spPr/>
        <p:txBody>
          <a:bodyPr/>
          <a:lstStyle/>
          <a:p>
            <a:fld id="{04CB4955-0EDE-4EEA-AD58-9F73D234855B}" type="datetimeFigureOut">
              <a:rPr lang="en-PH" smtClean="0"/>
              <a:t>3/16/2026</a:t>
            </a:fld>
            <a:endParaRPr lang="en-PH"/>
          </a:p>
        </p:txBody>
      </p:sp>
      <p:sp>
        <p:nvSpPr>
          <p:cNvPr id="4" name="Footer Placeholder 3">
            <a:extLst>
              <a:ext uri="{FF2B5EF4-FFF2-40B4-BE49-F238E27FC236}">
                <a16:creationId xmlns:a16="http://schemas.microsoft.com/office/drawing/2014/main" id="{6B01B477-4E84-67F3-5295-785151435FC0}"/>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9E8EEE22-F9B6-1B7E-3DD9-F5B66842DDAA}"/>
              </a:ext>
            </a:extLst>
          </p:cNvPr>
          <p:cNvSpPr>
            <a:spLocks noGrp="1"/>
          </p:cNvSpPr>
          <p:nvPr>
            <p:ph type="sldNum" sz="quarter" idx="12"/>
          </p:nvPr>
        </p:nvSpPr>
        <p:spPr/>
        <p:txBody>
          <a:bodyPr/>
          <a:lstStyle/>
          <a:p>
            <a:fld id="{A1473C09-04B2-41F1-A222-64F6EC71F6D9}" type="slidenum">
              <a:rPr lang="en-PH" smtClean="0"/>
              <a:t>‹#›</a:t>
            </a:fld>
            <a:endParaRPr lang="en-PH"/>
          </a:p>
        </p:txBody>
      </p:sp>
    </p:spTree>
    <p:extLst>
      <p:ext uri="{BB962C8B-B14F-4D97-AF65-F5344CB8AC3E}">
        <p14:creationId xmlns:p14="http://schemas.microsoft.com/office/powerpoint/2010/main" val="663486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42411E-0B3F-1DD4-3B17-E3305CB6599A}"/>
              </a:ext>
            </a:extLst>
          </p:cNvPr>
          <p:cNvSpPr>
            <a:spLocks noGrp="1"/>
          </p:cNvSpPr>
          <p:nvPr>
            <p:ph type="dt" sz="half" idx="10"/>
          </p:nvPr>
        </p:nvSpPr>
        <p:spPr/>
        <p:txBody>
          <a:bodyPr/>
          <a:lstStyle/>
          <a:p>
            <a:fld id="{04CB4955-0EDE-4EEA-AD58-9F73D234855B}" type="datetimeFigureOut">
              <a:rPr lang="en-PH" smtClean="0"/>
              <a:t>3/16/2026</a:t>
            </a:fld>
            <a:endParaRPr lang="en-PH"/>
          </a:p>
        </p:txBody>
      </p:sp>
      <p:sp>
        <p:nvSpPr>
          <p:cNvPr id="3" name="Footer Placeholder 2">
            <a:extLst>
              <a:ext uri="{FF2B5EF4-FFF2-40B4-BE49-F238E27FC236}">
                <a16:creationId xmlns:a16="http://schemas.microsoft.com/office/drawing/2014/main" id="{6FF28D29-D957-0E7A-7136-CF077789E6FF}"/>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428A4EED-9AD6-590B-B9BC-2FCD1964EA9B}"/>
              </a:ext>
            </a:extLst>
          </p:cNvPr>
          <p:cNvSpPr>
            <a:spLocks noGrp="1"/>
          </p:cNvSpPr>
          <p:nvPr>
            <p:ph type="sldNum" sz="quarter" idx="12"/>
          </p:nvPr>
        </p:nvSpPr>
        <p:spPr/>
        <p:txBody>
          <a:bodyPr/>
          <a:lstStyle/>
          <a:p>
            <a:fld id="{A1473C09-04B2-41F1-A222-64F6EC71F6D9}" type="slidenum">
              <a:rPr lang="en-PH" smtClean="0"/>
              <a:t>‹#›</a:t>
            </a:fld>
            <a:endParaRPr lang="en-PH"/>
          </a:p>
        </p:txBody>
      </p:sp>
    </p:spTree>
    <p:extLst>
      <p:ext uri="{BB962C8B-B14F-4D97-AF65-F5344CB8AC3E}">
        <p14:creationId xmlns:p14="http://schemas.microsoft.com/office/powerpoint/2010/main" val="71083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064FC-F3A1-41E5-FD38-75DA9477E7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A528FFBA-424F-E18C-4BB5-559B8E84FA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AE808F54-CD0E-4107-8C74-EC114FE6E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D15745-C086-0B6C-51C1-D25266888C2C}"/>
              </a:ext>
            </a:extLst>
          </p:cNvPr>
          <p:cNvSpPr>
            <a:spLocks noGrp="1"/>
          </p:cNvSpPr>
          <p:nvPr>
            <p:ph type="dt" sz="half" idx="10"/>
          </p:nvPr>
        </p:nvSpPr>
        <p:spPr/>
        <p:txBody>
          <a:bodyPr/>
          <a:lstStyle/>
          <a:p>
            <a:fld id="{04CB4955-0EDE-4EEA-AD58-9F73D234855B}" type="datetimeFigureOut">
              <a:rPr lang="en-PH" smtClean="0"/>
              <a:t>3/16/2026</a:t>
            </a:fld>
            <a:endParaRPr lang="en-PH"/>
          </a:p>
        </p:txBody>
      </p:sp>
      <p:sp>
        <p:nvSpPr>
          <p:cNvPr id="6" name="Footer Placeholder 5">
            <a:extLst>
              <a:ext uri="{FF2B5EF4-FFF2-40B4-BE49-F238E27FC236}">
                <a16:creationId xmlns:a16="http://schemas.microsoft.com/office/drawing/2014/main" id="{89ABB1B5-762D-5671-1F83-DB0D31CB3C81}"/>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32B06BD6-CA5F-B844-D37E-C16BA72A73A2}"/>
              </a:ext>
            </a:extLst>
          </p:cNvPr>
          <p:cNvSpPr>
            <a:spLocks noGrp="1"/>
          </p:cNvSpPr>
          <p:nvPr>
            <p:ph type="sldNum" sz="quarter" idx="12"/>
          </p:nvPr>
        </p:nvSpPr>
        <p:spPr/>
        <p:txBody>
          <a:bodyPr/>
          <a:lstStyle/>
          <a:p>
            <a:fld id="{A1473C09-04B2-41F1-A222-64F6EC71F6D9}" type="slidenum">
              <a:rPr lang="en-PH" smtClean="0"/>
              <a:t>‹#›</a:t>
            </a:fld>
            <a:endParaRPr lang="en-PH"/>
          </a:p>
        </p:txBody>
      </p:sp>
    </p:spTree>
    <p:extLst>
      <p:ext uri="{BB962C8B-B14F-4D97-AF65-F5344CB8AC3E}">
        <p14:creationId xmlns:p14="http://schemas.microsoft.com/office/powerpoint/2010/main" val="357271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F16B9-89B5-81E9-33A1-C33F80913D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612B9314-3790-0A2D-9EC2-86FDDDFC2F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0BF84E01-F9EB-ECC6-52D4-43D42DF494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CD7EE-C52C-B0C5-174F-ED3C07616204}"/>
              </a:ext>
            </a:extLst>
          </p:cNvPr>
          <p:cNvSpPr>
            <a:spLocks noGrp="1"/>
          </p:cNvSpPr>
          <p:nvPr>
            <p:ph type="dt" sz="half" idx="10"/>
          </p:nvPr>
        </p:nvSpPr>
        <p:spPr/>
        <p:txBody>
          <a:bodyPr/>
          <a:lstStyle/>
          <a:p>
            <a:fld id="{04CB4955-0EDE-4EEA-AD58-9F73D234855B}" type="datetimeFigureOut">
              <a:rPr lang="en-PH" smtClean="0"/>
              <a:t>3/16/2026</a:t>
            </a:fld>
            <a:endParaRPr lang="en-PH"/>
          </a:p>
        </p:txBody>
      </p:sp>
      <p:sp>
        <p:nvSpPr>
          <p:cNvPr id="6" name="Footer Placeholder 5">
            <a:extLst>
              <a:ext uri="{FF2B5EF4-FFF2-40B4-BE49-F238E27FC236}">
                <a16:creationId xmlns:a16="http://schemas.microsoft.com/office/drawing/2014/main" id="{34290C03-ACD6-44BC-AF47-DE902EFE17DC}"/>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55983686-D1FC-13CB-F77B-D3CCA107DC4F}"/>
              </a:ext>
            </a:extLst>
          </p:cNvPr>
          <p:cNvSpPr>
            <a:spLocks noGrp="1"/>
          </p:cNvSpPr>
          <p:nvPr>
            <p:ph type="sldNum" sz="quarter" idx="12"/>
          </p:nvPr>
        </p:nvSpPr>
        <p:spPr/>
        <p:txBody>
          <a:bodyPr/>
          <a:lstStyle/>
          <a:p>
            <a:fld id="{A1473C09-04B2-41F1-A222-64F6EC71F6D9}" type="slidenum">
              <a:rPr lang="en-PH" smtClean="0"/>
              <a:t>‹#›</a:t>
            </a:fld>
            <a:endParaRPr lang="en-PH"/>
          </a:p>
        </p:txBody>
      </p:sp>
    </p:spTree>
    <p:extLst>
      <p:ext uri="{BB962C8B-B14F-4D97-AF65-F5344CB8AC3E}">
        <p14:creationId xmlns:p14="http://schemas.microsoft.com/office/powerpoint/2010/main" val="1356888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5590D-2DDE-BF54-CAE6-91F0263C3503}"/>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CED67A5E-36B3-27D3-EDBD-84BE9D7A42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9F42F6A3-EA3A-1B4F-520D-992A169C8599}"/>
              </a:ext>
            </a:extLst>
          </p:cNvPr>
          <p:cNvSpPr>
            <a:spLocks noGrp="1"/>
          </p:cNvSpPr>
          <p:nvPr>
            <p:ph type="dt" sz="half" idx="10"/>
          </p:nvPr>
        </p:nvSpPr>
        <p:spPr/>
        <p:txBody>
          <a:bodyPr/>
          <a:lstStyle/>
          <a:p>
            <a:fld id="{04CB4955-0EDE-4EEA-AD58-9F73D234855B}" type="datetimeFigureOut">
              <a:rPr lang="en-PH" smtClean="0"/>
              <a:t>3/16/2026</a:t>
            </a:fld>
            <a:endParaRPr lang="en-PH"/>
          </a:p>
        </p:txBody>
      </p:sp>
      <p:sp>
        <p:nvSpPr>
          <p:cNvPr id="5" name="Footer Placeholder 4">
            <a:extLst>
              <a:ext uri="{FF2B5EF4-FFF2-40B4-BE49-F238E27FC236}">
                <a16:creationId xmlns:a16="http://schemas.microsoft.com/office/drawing/2014/main" id="{217134DC-67CF-3137-8D51-9A4E21BF272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84F6E21-CA3E-0AF0-875B-D74E3D98DBF5}"/>
              </a:ext>
            </a:extLst>
          </p:cNvPr>
          <p:cNvSpPr>
            <a:spLocks noGrp="1"/>
          </p:cNvSpPr>
          <p:nvPr>
            <p:ph type="sldNum" sz="quarter" idx="12"/>
          </p:nvPr>
        </p:nvSpPr>
        <p:spPr/>
        <p:txBody>
          <a:bodyPr/>
          <a:lstStyle/>
          <a:p>
            <a:fld id="{A1473C09-04B2-41F1-A222-64F6EC71F6D9}" type="slidenum">
              <a:rPr lang="en-PH" smtClean="0"/>
              <a:t>‹#›</a:t>
            </a:fld>
            <a:endParaRPr lang="en-PH"/>
          </a:p>
        </p:txBody>
      </p:sp>
    </p:spTree>
    <p:extLst>
      <p:ext uri="{BB962C8B-B14F-4D97-AF65-F5344CB8AC3E}">
        <p14:creationId xmlns:p14="http://schemas.microsoft.com/office/powerpoint/2010/main" val="1584838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8A4C07-C811-5E2A-61A2-C3A6CAE614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0E89E1F1-0006-01C6-3B28-A8A3FA00C6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F39D536B-D927-2CF1-4C8E-239FE7366278}"/>
              </a:ext>
            </a:extLst>
          </p:cNvPr>
          <p:cNvSpPr>
            <a:spLocks noGrp="1"/>
          </p:cNvSpPr>
          <p:nvPr>
            <p:ph type="dt" sz="half" idx="10"/>
          </p:nvPr>
        </p:nvSpPr>
        <p:spPr/>
        <p:txBody>
          <a:bodyPr/>
          <a:lstStyle/>
          <a:p>
            <a:fld id="{04CB4955-0EDE-4EEA-AD58-9F73D234855B}" type="datetimeFigureOut">
              <a:rPr lang="en-PH" smtClean="0"/>
              <a:t>3/16/2026</a:t>
            </a:fld>
            <a:endParaRPr lang="en-PH"/>
          </a:p>
        </p:txBody>
      </p:sp>
      <p:sp>
        <p:nvSpPr>
          <p:cNvPr id="5" name="Footer Placeholder 4">
            <a:extLst>
              <a:ext uri="{FF2B5EF4-FFF2-40B4-BE49-F238E27FC236}">
                <a16:creationId xmlns:a16="http://schemas.microsoft.com/office/drawing/2014/main" id="{63721720-F0DB-A4F8-0164-C91449227339}"/>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F81AC94B-04E2-A4AF-9998-D9D7A053D259}"/>
              </a:ext>
            </a:extLst>
          </p:cNvPr>
          <p:cNvSpPr>
            <a:spLocks noGrp="1"/>
          </p:cNvSpPr>
          <p:nvPr>
            <p:ph type="sldNum" sz="quarter" idx="12"/>
          </p:nvPr>
        </p:nvSpPr>
        <p:spPr/>
        <p:txBody>
          <a:bodyPr/>
          <a:lstStyle/>
          <a:p>
            <a:fld id="{A1473C09-04B2-41F1-A222-64F6EC71F6D9}" type="slidenum">
              <a:rPr lang="en-PH" smtClean="0"/>
              <a:t>‹#›</a:t>
            </a:fld>
            <a:endParaRPr lang="en-PH"/>
          </a:p>
        </p:txBody>
      </p:sp>
    </p:spTree>
    <p:extLst>
      <p:ext uri="{BB962C8B-B14F-4D97-AF65-F5344CB8AC3E}">
        <p14:creationId xmlns:p14="http://schemas.microsoft.com/office/powerpoint/2010/main" val="2098409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55EB2-B9CC-218C-3502-02A8C4CF28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59D823C4-644C-8526-C9DB-A253D5C674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FA40DE8-3C13-21AE-39B7-904C5BE384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CB4955-0EDE-4EEA-AD58-9F73D234855B}" type="datetimeFigureOut">
              <a:rPr lang="en-PH" smtClean="0"/>
              <a:t>3/16/2026</a:t>
            </a:fld>
            <a:endParaRPr lang="en-PH"/>
          </a:p>
        </p:txBody>
      </p:sp>
      <p:sp>
        <p:nvSpPr>
          <p:cNvPr id="5" name="Footer Placeholder 4">
            <a:extLst>
              <a:ext uri="{FF2B5EF4-FFF2-40B4-BE49-F238E27FC236}">
                <a16:creationId xmlns:a16="http://schemas.microsoft.com/office/drawing/2014/main" id="{E78C2CCE-D5E3-AAD5-AB7E-D91B87A903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CDAF5DD3-B08B-3E6D-9BD5-007268E545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473C09-04B2-41F1-A222-64F6EC71F6D9}" type="slidenum">
              <a:rPr lang="en-PH" smtClean="0"/>
              <a:t>‹#›</a:t>
            </a:fld>
            <a:endParaRPr lang="en-PH"/>
          </a:p>
        </p:txBody>
      </p:sp>
    </p:spTree>
    <p:extLst>
      <p:ext uri="{BB962C8B-B14F-4D97-AF65-F5344CB8AC3E}">
        <p14:creationId xmlns:p14="http://schemas.microsoft.com/office/powerpoint/2010/main" val="2801751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6DA4E-DC2E-1A3C-A619-204A94C5FDE8}"/>
              </a:ext>
            </a:extLst>
          </p:cNvPr>
          <p:cNvSpPr>
            <a:spLocks noGrp="1"/>
          </p:cNvSpPr>
          <p:nvPr>
            <p:ph type="ctrTitle"/>
          </p:nvPr>
        </p:nvSpPr>
        <p:spPr/>
        <p:txBody>
          <a:bodyPr/>
          <a:lstStyle/>
          <a:p>
            <a:endParaRPr lang="en-PH" dirty="0"/>
          </a:p>
        </p:txBody>
      </p:sp>
      <p:sp>
        <p:nvSpPr>
          <p:cNvPr id="4" name="Rectangle 3">
            <a:extLst>
              <a:ext uri="{FF2B5EF4-FFF2-40B4-BE49-F238E27FC236}">
                <a16:creationId xmlns:a16="http://schemas.microsoft.com/office/drawing/2014/main" id="{A661A23D-FB4B-1912-447A-267C43199373}"/>
              </a:ext>
            </a:extLst>
          </p:cNvPr>
          <p:cNvSpPr/>
          <p:nvPr/>
        </p:nvSpPr>
        <p:spPr>
          <a:xfrm>
            <a:off x="0" y="0"/>
            <a:ext cx="12192000" cy="48964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Subtitle 2">
            <a:extLst>
              <a:ext uri="{FF2B5EF4-FFF2-40B4-BE49-F238E27FC236}">
                <a16:creationId xmlns:a16="http://schemas.microsoft.com/office/drawing/2014/main" id="{5CF9BD89-5E3E-BAE9-23A7-5F02AD9722B5}"/>
              </a:ext>
            </a:extLst>
          </p:cNvPr>
          <p:cNvSpPr>
            <a:spLocks noGrp="1"/>
          </p:cNvSpPr>
          <p:nvPr>
            <p:ph type="subTitle" idx="1"/>
          </p:nvPr>
        </p:nvSpPr>
        <p:spPr>
          <a:xfrm>
            <a:off x="1002891" y="609600"/>
            <a:ext cx="10166554" cy="3795252"/>
          </a:xfrm>
        </p:spPr>
        <p:txBody>
          <a:bodyPr>
            <a:normAutofit/>
          </a:bodyPr>
          <a:lstStyle/>
          <a:p>
            <a:r>
              <a:rPr lang="en-US" sz="8800" b="1" dirty="0">
                <a:solidFill>
                  <a:schemeClr val="tx1"/>
                </a:solidFill>
              </a:rPr>
              <a:t>Movie Preferences and Viewing Decisions Survey</a:t>
            </a:r>
            <a:endParaRPr lang="en-PH" sz="8800" dirty="0"/>
          </a:p>
        </p:txBody>
      </p:sp>
      <p:sp>
        <p:nvSpPr>
          <p:cNvPr id="6" name="TextBox 5">
            <a:extLst>
              <a:ext uri="{FF2B5EF4-FFF2-40B4-BE49-F238E27FC236}">
                <a16:creationId xmlns:a16="http://schemas.microsoft.com/office/drawing/2014/main" id="{78E16DD7-6A56-37E6-68D2-B655D6CE839D}"/>
              </a:ext>
            </a:extLst>
          </p:cNvPr>
          <p:cNvSpPr txBox="1"/>
          <p:nvPr/>
        </p:nvSpPr>
        <p:spPr>
          <a:xfrm>
            <a:off x="501446" y="5260258"/>
            <a:ext cx="10668000" cy="1200329"/>
          </a:xfrm>
          <a:prstGeom prst="rect">
            <a:avLst/>
          </a:prstGeom>
          <a:noFill/>
        </p:spPr>
        <p:txBody>
          <a:bodyPr wrap="square" rtlCol="0">
            <a:spAutoFit/>
          </a:bodyPr>
          <a:lstStyle/>
          <a:p>
            <a:r>
              <a:rPr lang="en-US" sz="2400" dirty="0"/>
              <a:t>--- HONEY GRACE C. NAVARRA</a:t>
            </a:r>
          </a:p>
          <a:p>
            <a:r>
              <a:rPr lang="en-US" sz="2400" dirty="0"/>
              <a:t>--- SHANINE CLAIRE A. BESTO</a:t>
            </a:r>
          </a:p>
          <a:p>
            <a:r>
              <a:rPr lang="en-US" sz="2400" dirty="0"/>
              <a:t>--- CLINT JOHN ORBILLO</a:t>
            </a:r>
            <a:endParaRPr lang="en-PH" sz="2400" dirty="0"/>
          </a:p>
        </p:txBody>
      </p:sp>
    </p:spTree>
    <p:extLst>
      <p:ext uri="{BB962C8B-B14F-4D97-AF65-F5344CB8AC3E}">
        <p14:creationId xmlns:p14="http://schemas.microsoft.com/office/powerpoint/2010/main" val="4177403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238CE-169E-B39B-321D-41B3F5D89944}"/>
              </a:ext>
            </a:extLst>
          </p:cNvPr>
          <p:cNvSpPr/>
          <p:nvPr/>
        </p:nvSpPr>
        <p:spPr>
          <a:xfrm>
            <a:off x="0" y="1268360"/>
            <a:ext cx="12192000" cy="55896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aphicFrame>
        <p:nvGraphicFramePr>
          <p:cNvPr id="5" name="Content Placeholder 4">
            <a:extLst>
              <a:ext uri="{FF2B5EF4-FFF2-40B4-BE49-F238E27FC236}">
                <a16:creationId xmlns:a16="http://schemas.microsoft.com/office/drawing/2014/main" id="{92E9B90A-8AD7-4C46-6964-72EAE63CA3DB}"/>
              </a:ext>
            </a:extLst>
          </p:cNvPr>
          <p:cNvGraphicFramePr>
            <a:graphicFrameLocks noGrp="1"/>
          </p:cNvGraphicFramePr>
          <p:nvPr>
            <p:ph idx="1"/>
            <p:extLst>
              <p:ext uri="{D42A27DB-BD31-4B8C-83A1-F6EECF244321}">
                <p14:modId xmlns:p14="http://schemas.microsoft.com/office/powerpoint/2010/main" val="88884807"/>
              </p:ext>
            </p:extLst>
          </p:nvPr>
        </p:nvGraphicFramePr>
        <p:xfrm>
          <a:off x="797642" y="1685936"/>
          <a:ext cx="10596716" cy="4962340"/>
        </p:xfrm>
        <a:graphic>
          <a:graphicData uri="http://schemas.openxmlformats.org/drawingml/2006/table">
            <a:tbl>
              <a:tblPr firstRow="1" bandRow="1">
                <a:tableStyleId>{93296810-A885-4BE3-A3E7-6D5BEEA58F35}</a:tableStyleId>
              </a:tblPr>
              <a:tblGrid>
                <a:gridCol w="1752600">
                  <a:extLst>
                    <a:ext uri="{9D8B030D-6E8A-4147-A177-3AD203B41FA5}">
                      <a16:colId xmlns:a16="http://schemas.microsoft.com/office/drawing/2014/main" val="3387560611"/>
                    </a:ext>
                  </a:extLst>
                </a:gridCol>
                <a:gridCol w="1752600">
                  <a:extLst>
                    <a:ext uri="{9D8B030D-6E8A-4147-A177-3AD203B41FA5}">
                      <a16:colId xmlns:a16="http://schemas.microsoft.com/office/drawing/2014/main" val="187169626"/>
                    </a:ext>
                  </a:extLst>
                </a:gridCol>
                <a:gridCol w="1752600">
                  <a:extLst>
                    <a:ext uri="{9D8B030D-6E8A-4147-A177-3AD203B41FA5}">
                      <a16:colId xmlns:a16="http://schemas.microsoft.com/office/drawing/2014/main" val="3236046646"/>
                    </a:ext>
                  </a:extLst>
                </a:gridCol>
                <a:gridCol w="1970958">
                  <a:extLst>
                    <a:ext uri="{9D8B030D-6E8A-4147-A177-3AD203B41FA5}">
                      <a16:colId xmlns:a16="http://schemas.microsoft.com/office/drawing/2014/main" val="2307214645"/>
                    </a:ext>
                  </a:extLst>
                </a:gridCol>
                <a:gridCol w="1534242">
                  <a:extLst>
                    <a:ext uri="{9D8B030D-6E8A-4147-A177-3AD203B41FA5}">
                      <a16:colId xmlns:a16="http://schemas.microsoft.com/office/drawing/2014/main" val="1788760631"/>
                    </a:ext>
                  </a:extLst>
                </a:gridCol>
                <a:gridCol w="1833716">
                  <a:extLst>
                    <a:ext uri="{9D8B030D-6E8A-4147-A177-3AD203B41FA5}">
                      <a16:colId xmlns:a16="http://schemas.microsoft.com/office/drawing/2014/main" val="1260879389"/>
                    </a:ext>
                  </a:extLst>
                </a:gridCol>
              </a:tblGrid>
              <a:tr h="432226">
                <a:tc>
                  <a:txBody>
                    <a:bodyPr/>
                    <a:lstStyle/>
                    <a:p>
                      <a:pPr algn="ctr"/>
                      <a:r>
                        <a:rPr lang="en-US" dirty="0">
                          <a:solidFill>
                            <a:schemeClr val="tx1"/>
                          </a:solidFill>
                        </a:rPr>
                        <a:t>ID</a:t>
                      </a:r>
                      <a:endParaRPr lang="en-PH" dirty="0">
                        <a:solidFill>
                          <a:schemeClr val="tx1"/>
                        </a:solidFill>
                      </a:endParaRPr>
                    </a:p>
                  </a:txBody>
                  <a:tcPr/>
                </a:tc>
                <a:tc>
                  <a:txBody>
                    <a:bodyPr/>
                    <a:lstStyle/>
                    <a:p>
                      <a:pPr algn="ctr"/>
                      <a:r>
                        <a:rPr lang="en-US" dirty="0">
                          <a:solidFill>
                            <a:schemeClr val="tx1"/>
                          </a:solidFill>
                        </a:rPr>
                        <a:t>GENRE</a:t>
                      </a:r>
                      <a:endParaRPr lang="en-PH" dirty="0">
                        <a:solidFill>
                          <a:schemeClr val="tx1"/>
                        </a:solidFill>
                      </a:endParaRPr>
                    </a:p>
                  </a:txBody>
                  <a:tcPr/>
                </a:tc>
                <a:tc>
                  <a:txBody>
                    <a:bodyPr/>
                    <a:lstStyle/>
                    <a:p>
                      <a:pPr algn="ctr"/>
                      <a:r>
                        <a:rPr lang="en-US" dirty="0">
                          <a:solidFill>
                            <a:schemeClr val="tx1"/>
                          </a:solidFill>
                        </a:rPr>
                        <a:t>RUNTIME</a:t>
                      </a:r>
                      <a:endParaRPr lang="en-PH" dirty="0">
                        <a:solidFill>
                          <a:schemeClr val="tx1"/>
                        </a:solidFill>
                      </a:endParaRPr>
                    </a:p>
                  </a:txBody>
                  <a:tcPr/>
                </a:tc>
                <a:tc>
                  <a:txBody>
                    <a:bodyPr/>
                    <a:lstStyle/>
                    <a:p>
                      <a:pPr algn="ctr"/>
                      <a:r>
                        <a:rPr lang="en-US" dirty="0">
                          <a:solidFill>
                            <a:schemeClr val="tx1"/>
                          </a:solidFill>
                        </a:rPr>
                        <a:t>WITH/ WITHOUT FRIENDS</a:t>
                      </a:r>
                      <a:endParaRPr lang="en-PH" dirty="0">
                        <a:solidFill>
                          <a:schemeClr val="tx1"/>
                        </a:solidFill>
                      </a:endParaRPr>
                    </a:p>
                  </a:txBody>
                  <a:tcPr/>
                </a:tc>
                <a:tc>
                  <a:txBody>
                    <a:bodyPr/>
                    <a:lstStyle/>
                    <a:p>
                      <a:pPr algn="ctr"/>
                      <a:r>
                        <a:rPr lang="en-US" dirty="0">
                          <a:solidFill>
                            <a:schemeClr val="tx1"/>
                          </a:solidFill>
                        </a:rPr>
                        <a:t>MOOD</a:t>
                      </a:r>
                      <a:endParaRPr lang="en-PH" dirty="0">
                        <a:solidFill>
                          <a:schemeClr val="tx1"/>
                        </a:solidFill>
                      </a:endParaRPr>
                    </a:p>
                  </a:txBody>
                  <a:tcPr/>
                </a:tc>
                <a:tc>
                  <a:txBody>
                    <a:bodyPr/>
                    <a:lstStyle/>
                    <a:p>
                      <a:pPr algn="ctr"/>
                      <a:r>
                        <a:rPr lang="en-US" dirty="0">
                          <a:solidFill>
                            <a:schemeClr val="tx1"/>
                          </a:solidFill>
                        </a:rPr>
                        <a:t>WATCH MOVIE</a:t>
                      </a:r>
                      <a:endParaRPr lang="en-PH" dirty="0">
                        <a:solidFill>
                          <a:schemeClr val="tx1"/>
                        </a:solidFill>
                      </a:endParaRPr>
                    </a:p>
                  </a:txBody>
                  <a:tcPr/>
                </a:tc>
                <a:extLst>
                  <a:ext uri="{0D108BD9-81ED-4DB2-BD59-A6C34878D82A}">
                    <a16:rowId xmlns:a16="http://schemas.microsoft.com/office/drawing/2014/main" val="2025374561"/>
                  </a:ext>
                </a:extLst>
              </a:tr>
              <a:tr h="432226">
                <a:tc>
                  <a:txBody>
                    <a:bodyPr/>
                    <a:lstStyle/>
                    <a:p>
                      <a:pPr algn="ctr"/>
                      <a:r>
                        <a:rPr lang="en-US" dirty="0">
                          <a:solidFill>
                            <a:schemeClr val="tx1"/>
                          </a:solidFill>
                        </a:rPr>
                        <a:t>1</a:t>
                      </a:r>
                      <a:endParaRPr lang="en-PH" dirty="0">
                        <a:solidFill>
                          <a:schemeClr val="tx1"/>
                        </a:solidFill>
                      </a:endParaRPr>
                    </a:p>
                  </a:txBody>
                  <a:tcPr/>
                </a:tc>
                <a:tc>
                  <a:txBody>
                    <a:bodyPr/>
                    <a:lstStyle/>
                    <a:p>
                      <a:pPr algn="ctr"/>
                      <a:r>
                        <a:rPr lang="en-US" dirty="0">
                          <a:solidFill>
                            <a:schemeClr val="tx1"/>
                          </a:solidFill>
                        </a:rPr>
                        <a:t>DRAMA</a:t>
                      </a:r>
                    </a:p>
                  </a:txBody>
                  <a:tcPr/>
                </a:tc>
                <a:tc>
                  <a:txBody>
                    <a:bodyPr/>
                    <a:lstStyle/>
                    <a:p>
                      <a:pPr algn="ctr"/>
                      <a:r>
                        <a:rPr lang="en-US" dirty="0">
                          <a:solidFill>
                            <a:schemeClr val="tx1"/>
                          </a:solidFill>
                        </a:rPr>
                        <a:t>SHORT</a:t>
                      </a:r>
                      <a:endParaRPr lang="en-PH" dirty="0">
                        <a:solidFill>
                          <a:schemeClr val="tx1"/>
                        </a:solidFill>
                      </a:endParaRPr>
                    </a:p>
                  </a:txBody>
                  <a:tcPr/>
                </a:tc>
                <a:tc>
                  <a:txBody>
                    <a:bodyPr/>
                    <a:lstStyle/>
                    <a:p>
                      <a:pPr algn="ctr"/>
                      <a:r>
                        <a:rPr lang="en-US" dirty="0">
                          <a:solidFill>
                            <a:schemeClr val="tx1"/>
                          </a:solidFill>
                        </a:rPr>
                        <a:t>WITHOUT</a:t>
                      </a:r>
                      <a:endParaRPr lang="en-PH" dirty="0">
                        <a:solidFill>
                          <a:schemeClr val="tx1"/>
                        </a:solidFill>
                      </a:endParaRPr>
                    </a:p>
                  </a:txBody>
                  <a:tcPr/>
                </a:tc>
                <a:tc>
                  <a:txBody>
                    <a:bodyPr/>
                    <a:lstStyle/>
                    <a:p>
                      <a:pPr algn="ctr"/>
                      <a:r>
                        <a:rPr lang="en-US" dirty="0">
                          <a:solidFill>
                            <a:schemeClr val="tx1"/>
                          </a:solidFill>
                        </a:rPr>
                        <a:t>HAPPY</a:t>
                      </a:r>
                      <a:endParaRPr lang="en-PH" dirty="0">
                        <a:solidFill>
                          <a:schemeClr val="tx1"/>
                        </a:solidFill>
                      </a:endParaRPr>
                    </a:p>
                  </a:txBody>
                  <a:tcPr/>
                </a:tc>
                <a:tc>
                  <a:txBody>
                    <a:bodyPr/>
                    <a:lstStyle/>
                    <a:p>
                      <a:pPr algn="ctr"/>
                      <a:r>
                        <a:rPr lang="en-US" dirty="0">
                          <a:solidFill>
                            <a:schemeClr val="tx1"/>
                          </a:solidFill>
                        </a:rPr>
                        <a:t>YES</a:t>
                      </a:r>
                      <a:endParaRPr lang="en-PH" dirty="0">
                        <a:solidFill>
                          <a:schemeClr val="tx1"/>
                        </a:solidFill>
                      </a:endParaRPr>
                    </a:p>
                  </a:txBody>
                  <a:tcPr/>
                </a:tc>
                <a:extLst>
                  <a:ext uri="{0D108BD9-81ED-4DB2-BD59-A6C34878D82A}">
                    <a16:rowId xmlns:a16="http://schemas.microsoft.com/office/drawing/2014/main" val="3297768807"/>
                  </a:ext>
                </a:extLst>
              </a:tr>
              <a:tr h="432226">
                <a:tc>
                  <a:txBody>
                    <a:bodyPr/>
                    <a:lstStyle/>
                    <a:p>
                      <a:pPr algn="ctr"/>
                      <a:r>
                        <a:rPr lang="en-US" dirty="0">
                          <a:solidFill>
                            <a:schemeClr val="tx1"/>
                          </a:solidFill>
                        </a:rPr>
                        <a:t>2</a:t>
                      </a:r>
                      <a:endParaRPr lang="en-PH" dirty="0">
                        <a:solidFill>
                          <a:schemeClr val="tx1"/>
                        </a:solidFill>
                      </a:endParaRPr>
                    </a:p>
                  </a:txBody>
                  <a:tcPr/>
                </a:tc>
                <a:tc>
                  <a:txBody>
                    <a:bodyPr/>
                    <a:lstStyle/>
                    <a:p>
                      <a:pPr algn="ctr"/>
                      <a:r>
                        <a:rPr lang="en-US" dirty="0">
                          <a:solidFill>
                            <a:schemeClr val="tx1"/>
                          </a:solidFill>
                        </a:rPr>
                        <a:t>DRAMA</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SHORT</a:t>
                      </a:r>
                      <a:endParaRPr lang="en-PH" dirty="0">
                        <a:solidFill>
                          <a:schemeClr val="tx1"/>
                        </a:solidFill>
                      </a:endParaRPr>
                    </a:p>
                  </a:txBody>
                  <a:tcPr/>
                </a:tc>
                <a:tc>
                  <a:txBody>
                    <a:bodyPr/>
                    <a:lstStyle/>
                    <a:p>
                      <a:pPr algn="ctr"/>
                      <a:r>
                        <a:rPr lang="en-US" dirty="0">
                          <a:solidFill>
                            <a:schemeClr val="tx1"/>
                          </a:solidFill>
                        </a:rPr>
                        <a:t>WITHOUT</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HAPPY</a:t>
                      </a:r>
                      <a:endParaRPr lang="en-PH" dirty="0">
                        <a:solidFill>
                          <a:schemeClr val="tx1"/>
                        </a:solidFill>
                      </a:endParaRPr>
                    </a:p>
                  </a:txBody>
                  <a:tcPr/>
                </a:tc>
                <a:tc>
                  <a:txBody>
                    <a:bodyPr/>
                    <a:lstStyle/>
                    <a:p>
                      <a:pPr algn="ctr"/>
                      <a:r>
                        <a:rPr lang="en-US" dirty="0">
                          <a:solidFill>
                            <a:schemeClr val="tx1"/>
                          </a:solidFill>
                        </a:rPr>
                        <a:t>NO</a:t>
                      </a:r>
                      <a:endParaRPr lang="en-PH" dirty="0">
                        <a:solidFill>
                          <a:schemeClr val="tx1"/>
                        </a:solidFill>
                      </a:endParaRPr>
                    </a:p>
                  </a:txBody>
                  <a:tcPr/>
                </a:tc>
                <a:extLst>
                  <a:ext uri="{0D108BD9-81ED-4DB2-BD59-A6C34878D82A}">
                    <a16:rowId xmlns:a16="http://schemas.microsoft.com/office/drawing/2014/main" val="3589667328"/>
                  </a:ext>
                </a:extLst>
              </a:tr>
              <a:tr h="432226">
                <a:tc>
                  <a:txBody>
                    <a:bodyPr/>
                    <a:lstStyle/>
                    <a:p>
                      <a:pPr algn="ctr"/>
                      <a:r>
                        <a:rPr lang="en-US" dirty="0">
                          <a:solidFill>
                            <a:schemeClr val="tx1"/>
                          </a:solidFill>
                        </a:rPr>
                        <a:t>3</a:t>
                      </a:r>
                      <a:endParaRPr lang="en-PH" dirty="0">
                        <a:solidFill>
                          <a:schemeClr val="tx1"/>
                        </a:solidFill>
                      </a:endParaRPr>
                    </a:p>
                  </a:txBody>
                  <a:tcPr/>
                </a:tc>
                <a:tc>
                  <a:txBody>
                    <a:bodyPr/>
                    <a:lstStyle/>
                    <a:p>
                      <a:pPr algn="ctr"/>
                      <a:r>
                        <a:rPr lang="en-US" dirty="0">
                          <a:solidFill>
                            <a:schemeClr val="tx1"/>
                          </a:solidFill>
                        </a:rPr>
                        <a:t>HORROR</a:t>
                      </a:r>
                      <a:endParaRPr lang="en-PH" dirty="0">
                        <a:solidFill>
                          <a:schemeClr val="tx1"/>
                        </a:solidFill>
                      </a:endParaRPr>
                    </a:p>
                  </a:txBody>
                  <a:tcPr/>
                </a:tc>
                <a:tc>
                  <a:txBody>
                    <a:bodyPr/>
                    <a:lstStyle/>
                    <a:p>
                      <a:pPr algn="ctr"/>
                      <a:r>
                        <a:rPr lang="en-US" dirty="0">
                          <a:solidFill>
                            <a:schemeClr val="tx1"/>
                          </a:solidFill>
                        </a:rPr>
                        <a:t>LONG</a:t>
                      </a:r>
                      <a:endParaRPr lang="en-PH" dirty="0">
                        <a:solidFill>
                          <a:schemeClr val="tx1"/>
                        </a:solidFill>
                      </a:endParaRPr>
                    </a:p>
                  </a:txBody>
                  <a:tcPr/>
                </a:tc>
                <a:tc>
                  <a:txBody>
                    <a:bodyPr/>
                    <a:lstStyle/>
                    <a:p>
                      <a:pPr algn="ctr"/>
                      <a:r>
                        <a:rPr lang="en-US" dirty="0">
                          <a:solidFill>
                            <a:schemeClr val="tx1"/>
                          </a:solidFill>
                        </a:rPr>
                        <a:t>WITH</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HAPPY</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YES</a:t>
                      </a:r>
                      <a:endParaRPr lang="en-PH" dirty="0">
                        <a:solidFill>
                          <a:schemeClr val="tx1"/>
                        </a:solidFill>
                      </a:endParaRPr>
                    </a:p>
                  </a:txBody>
                  <a:tcPr/>
                </a:tc>
                <a:extLst>
                  <a:ext uri="{0D108BD9-81ED-4DB2-BD59-A6C34878D82A}">
                    <a16:rowId xmlns:a16="http://schemas.microsoft.com/office/drawing/2014/main" val="2344894048"/>
                  </a:ext>
                </a:extLst>
              </a:tr>
              <a:tr h="432226">
                <a:tc>
                  <a:txBody>
                    <a:bodyPr/>
                    <a:lstStyle/>
                    <a:p>
                      <a:pPr algn="ctr"/>
                      <a:r>
                        <a:rPr lang="en-US" dirty="0">
                          <a:solidFill>
                            <a:schemeClr val="tx1"/>
                          </a:solidFill>
                        </a:rPr>
                        <a:t>4</a:t>
                      </a:r>
                      <a:endParaRPr lang="en-PH" dirty="0">
                        <a:solidFill>
                          <a:schemeClr val="tx1"/>
                        </a:solidFill>
                      </a:endParaRPr>
                    </a:p>
                  </a:txBody>
                  <a:tcPr/>
                </a:tc>
                <a:tc>
                  <a:txBody>
                    <a:bodyPr/>
                    <a:lstStyle/>
                    <a:p>
                      <a:pPr algn="ctr"/>
                      <a:r>
                        <a:rPr lang="en-US" dirty="0">
                          <a:solidFill>
                            <a:schemeClr val="tx1"/>
                          </a:solidFill>
                        </a:rPr>
                        <a:t>HORROR</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LONG</a:t>
                      </a:r>
                      <a:endParaRPr lang="en-PH" dirty="0">
                        <a:solidFill>
                          <a:schemeClr val="tx1"/>
                        </a:solidFill>
                      </a:endParaRPr>
                    </a:p>
                  </a:txBody>
                  <a:tcPr/>
                </a:tc>
                <a:tc>
                  <a:txBody>
                    <a:bodyPr/>
                    <a:lstStyle/>
                    <a:p>
                      <a:pPr algn="ctr"/>
                      <a:r>
                        <a:rPr lang="en-US" dirty="0">
                          <a:solidFill>
                            <a:schemeClr val="tx1"/>
                          </a:solidFill>
                        </a:rPr>
                        <a:t>WITHOUT</a:t>
                      </a:r>
                      <a:endParaRPr lang="en-PH" dirty="0">
                        <a:solidFill>
                          <a:schemeClr val="tx1"/>
                        </a:solidFill>
                      </a:endParaRPr>
                    </a:p>
                  </a:txBody>
                  <a:tcPr/>
                </a:tc>
                <a:tc>
                  <a:txBody>
                    <a:bodyPr/>
                    <a:lstStyle/>
                    <a:p>
                      <a:pPr algn="ctr"/>
                      <a:r>
                        <a:rPr lang="en-US" dirty="0">
                          <a:solidFill>
                            <a:schemeClr val="tx1"/>
                          </a:solidFill>
                        </a:rPr>
                        <a:t>TIRED</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YES</a:t>
                      </a:r>
                      <a:endParaRPr lang="en-PH" dirty="0">
                        <a:solidFill>
                          <a:schemeClr val="tx1"/>
                        </a:solidFill>
                      </a:endParaRPr>
                    </a:p>
                  </a:txBody>
                  <a:tcPr/>
                </a:tc>
                <a:extLst>
                  <a:ext uri="{0D108BD9-81ED-4DB2-BD59-A6C34878D82A}">
                    <a16:rowId xmlns:a16="http://schemas.microsoft.com/office/drawing/2014/main" val="3744765638"/>
                  </a:ext>
                </a:extLst>
              </a:tr>
              <a:tr h="432226">
                <a:tc>
                  <a:txBody>
                    <a:bodyPr/>
                    <a:lstStyle/>
                    <a:p>
                      <a:pPr algn="ctr"/>
                      <a:r>
                        <a:rPr lang="en-US" dirty="0">
                          <a:solidFill>
                            <a:schemeClr val="tx1"/>
                          </a:solidFill>
                        </a:rPr>
                        <a:t>5</a:t>
                      </a:r>
                      <a:endParaRPr lang="en-PH" dirty="0">
                        <a:solidFill>
                          <a:schemeClr val="tx1"/>
                        </a:solidFill>
                      </a:endParaRPr>
                    </a:p>
                  </a:txBody>
                  <a:tcPr/>
                </a:tc>
                <a:tc>
                  <a:txBody>
                    <a:bodyPr/>
                    <a:lstStyle/>
                    <a:p>
                      <a:pPr algn="ctr"/>
                      <a:r>
                        <a:rPr lang="en-US" dirty="0">
                          <a:solidFill>
                            <a:schemeClr val="tx1"/>
                          </a:solidFill>
                        </a:rPr>
                        <a:t>HORROR</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LONG</a:t>
                      </a:r>
                      <a:endParaRPr lang="en-PH" dirty="0">
                        <a:solidFill>
                          <a:schemeClr val="tx1"/>
                        </a:solidFill>
                      </a:endParaRPr>
                    </a:p>
                  </a:txBody>
                  <a:tcPr/>
                </a:tc>
                <a:tc>
                  <a:txBody>
                    <a:bodyPr/>
                    <a:lstStyle/>
                    <a:p>
                      <a:pPr algn="ctr"/>
                      <a:r>
                        <a:rPr lang="en-US" dirty="0">
                          <a:solidFill>
                            <a:schemeClr val="tx1"/>
                          </a:solidFill>
                        </a:rPr>
                        <a:t>WITH</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TIRED</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NO</a:t>
                      </a:r>
                      <a:endParaRPr lang="en-PH" dirty="0">
                        <a:solidFill>
                          <a:schemeClr val="tx1"/>
                        </a:solidFill>
                      </a:endParaRPr>
                    </a:p>
                  </a:txBody>
                  <a:tcPr/>
                </a:tc>
                <a:extLst>
                  <a:ext uri="{0D108BD9-81ED-4DB2-BD59-A6C34878D82A}">
                    <a16:rowId xmlns:a16="http://schemas.microsoft.com/office/drawing/2014/main" val="3741968661"/>
                  </a:ext>
                </a:extLst>
              </a:tr>
              <a:tr h="432226">
                <a:tc>
                  <a:txBody>
                    <a:bodyPr/>
                    <a:lstStyle/>
                    <a:p>
                      <a:pPr algn="ctr"/>
                      <a:r>
                        <a:rPr lang="en-US" dirty="0">
                          <a:solidFill>
                            <a:schemeClr val="tx1"/>
                          </a:solidFill>
                        </a:rPr>
                        <a:t>6</a:t>
                      </a:r>
                      <a:endParaRPr lang="en-PH" dirty="0">
                        <a:solidFill>
                          <a:schemeClr val="tx1"/>
                        </a:solidFill>
                      </a:endParaRPr>
                    </a:p>
                  </a:txBody>
                  <a:tcPr/>
                </a:tc>
                <a:tc>
                  <a:txBody>
                    <a:bodyPr/>
                    <a:lstStyle/>
                    <a:p>
                      <a:pPr algn="ctr"/>
                      <a:r>
                        <a:rPr lang="en-US" dirty="0">
                          <a:solidFill>
                            <a:schemeClr val="tx1"/>
                          </a:solidFill>
                        </a:rPr>
                        <a:t>ACTION</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LONG</a:t>
                      </a:r>
                      <a:endParaRPr lang="en-PH" dirty="0">
                        <a:solidFill>
                          <a:schemeClr val="tx1"/>
                        </a:solidFill>
                      </a:endParaRPr>
                    </a:p>
                  </a:txBody>
                  <a:tcPr/>
                </a:tc>
                <a:tc>
                  <a:txBody>
                    <a:bodyPr/>
                    <a:lstStyle/>
                    <a:p>
                      <a:pPr algn="ctr"/>
                      <a:r>
                        <a:rPr lang="en-US" dirty="0">
                          <a:solidFill>
                            <a:schemeClr val="tx1"/>
                          </a:solidFill>
                        </a:rPr>
                        <a:t>WITHOUT</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HAPPY</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YES</a:t>
                      </a:r>
                      <a:endParaRPr lang="en-PH" dirty="0">
                        <a:solidFill>
                          <a:schemeClr val="tx1"/>
                        </a:solidFill>
                      </a:endParaRPr>
                    </a:p>
                  </a:txBody>
                  <a:tcPr/>
                </a:tc>
                <a:extLst>
                  <a:ext uri="{0D108BD9-81ED-4DB2-BD59-A6C34878D82A}">
                    <a16:rowId xmlns:a16="http://schemas.microsoft.com/office/drawing/2014/main" val="2876293941"/>
                  </a:ext>
                </a:extLst>
              </a:tr>
              <a:tr h="432226">
                <a:tc>
                  <a:txBody>
                    <a:bodyPr/>
                    <a:lstStyle/>
                    <a:p>
                      <a:pPr algn="ctr"/>
                      <a:r>
                        <a:rPr lang="en-US" dirty="0">
                          <a:solidFill>
                            <a:schemeClr val="tx1"/>
                          </a:solidFill>
                        </a:rPr>
                        <a:t>7</a:t>
                      </a:r>
                      <a:endParaRPr lang="en-PH" dirty="0">
                        <a:solidFill>
                          <a:schemeClr val="tx1"/>
                        </a:solidFill>
                      </a:endParaRPr>
                    </a:p>
                  </a:txBody>
                  <a:tcPr/>
                </a:tc>
                <a:tc>
                  <a:txBody>
                    <a:bodyPr/>
                    <a:lstStyle/>
                    <a:p>
                      <a:pPr algn="ctr"/>
                      <a:r>
                        <a:rPr lang="en-US" dirty="0">
                          <a:solidFill>
                            <a:schemeClr val="tx1"/>
                          </a:solidFill>
                        </a:rPr>
                        <a:t>DRAMA</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SHORT</a:t>
                      </a:r>
                      <a:endParaRPr lang="en-PH" dirty="0">
                        <a:solidFill>
                          <a:schemeClr val="tx1"/>
                        </a:solidFill>
                      </a:endParaRPr>
                    </a:p>
                  </a:txBody>
                  <a:tcPr/>
                </a:tc>
                <a:tc>
                  <a:txBody>
                    <a:bodyPr/>
                    <a:lstStyle/>
                    <a:p>
                      <a:pPr algn="ctr"/>
                      <a:r>
                        <a:rPr lang="en-US" dirty="0">
                          <a:solidFill>
                            <a:schemeClr val="tx1"/>
                          </a:solidFill>
                        </a:rPr>
                        <a:t>WITHOUT</a:t>
                      </a:r>
                      <a:endParaRPr lang="en-PH" dirty="0">
                        <a:solidFill>
                          <a:schemeClr val="tx1"/>
                        </a:solidFill>
                      </a:endParaRPr>
                    </a:p>
                  </a:txBody>
                  <a:tcPr/>
                </a:tc>
                <a:tc>
                  <a:txBody>
                    <a:bodyPr/>
                    <a:lstStyle/>
                    <a:p>
                      <a:pPr algn="ctr"/>
                      <a:r>
                        <a:rPr lang="en-US" dirty="0">
                          <a:solidFill>
                            <a:schemeClr val="tx1"/>
                          </a:solidFill>
                        </a:rPr>
                        <a:t>SAD</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YES</a:t>
                      </a:r>
                      <a:endParaRPr lang="en-PH" dirty="0">
                        <a:solidFill>
                          <a:schemeClr val="tx1"/>
                        </a:solidFill>
                      </a:endParaRPr>
                    </a:p>
                  </a:txBody>
                  <a:tcPr/>
                </a:tc>
                <a:extLst>
                  <a:ext uri="{0D108BD9-81ED-4DB2-BD59-A6C34878D82A}">
                    <a16:rowId xmlns:a16="http://schemas.microsoft.com/office/drawing/2014/main" val="1060401282"/>
                  </a:ext>
                </a:extLst>
              </a:tr>
              <a:tr h="432226">
                <a:tc>
                  <a:txBody>
                    <a:bodyPr/>
                    <a:lstStyle/>
                    <a:p>
                      <a:pPr algn="ctr"/>
                      <a:r>
                        <a:rPr lang="en-US" dirty="0">
                          <a:solidFill>
                            <a:schemeClr val="tx1"/>
                          </a:solidFill>
                        </a:rPr>
                        <a:t>8</a:t>
                      </a:r>
                      <a:endParaRPr lang="en-PH" dirty="0">
                        <a:solidFill>
                          <a:schemeClr val="tx1"/>
                        </a:solidFill>
                      </a:endParaRPr>
                    </a:p>
                  </a:txBody>
                  <a:tcPr/>
                </a:tc>
                <a:tc>
                  <a:txBody>
                    <a:bodyPr/>
                    <a:lstStyle/>
                    <a:p>
                      <a:pPr algn="ctr"/>
                      <a:r>
                        <a:rPr lang="en-US" dirty="0">
                          <a:solidFill>
                            <a:schemeClr val="tx1"/>
                          </a:solidFill>
                        </a:rPr>
                        <a:t>ACTION</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LONG</a:t>
                      </a:r>
                      <a:endParaRPr lang="en-PH" dirty="0">
                        <a:solidFill>
                          <a:schemeClr val="tx1"/>
                        </a:solidFill>
                      </a:endParaRPr>
                    </a:p>
                  </a:txBody>
                  <a:tcPr/>
                </a:tc>
                <a:tc>
                  <a:txBody>
                    <a:bodyPr/>
                    <a:lstStyle/>
                    <a:p>
                      <a:pPr algn="ctr"/>
                      <a:r>
                        <a:rPr lang="en-US" dirty="0">
                          <a:solidFill>
                            <a:schemeClr val="tx1"/>
                          </a:solidFill>
                        </a:rPr>
                        <a:t>WITHOUT</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HAPPY</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NO</a:t>
                      </a:r>
                      <a:endParaRPr lang="en-PH" dirty="0">
                        <a:solidFill>
                          <a:schemeClr val="tx1"/>
                        </a:solidFill>
                      </a:endParaRPr>
                    </a:p>
                  </a:txBody>
                  <a:tcPr/>
                </a:tc>
                <a:extLst>
                  <a:ext uri="{0D108BD9-81ED-4DB2-BD59-A6C34878D82A}">
                    <a16:rowId xmlns:a16="http://schemas.microsoft.com/office/drawing/2014/main" val="327983891"/>
                  </a:ext>
                </a:extLst>
              </a:tr>
              <a:tr h="432226">
                <a:tc>
                  <a:txBody>
                    <a:bodyPr/>
                    <a:lstStyle/>
                    <a:p>
                      <a:pPr algn="ctr"/>
                      <a:r>
                        <a:rPr lang="en-US" dirty="0">
                          <a:solidFill>
                            <a:schemeClr val="tx1"/>
                          </a:solidFill>
                        </a:rPr>
                        <a:t>9</a:t>
                      </a:r>
                      <a:endParaRPr lang="en-PH" dirty="0">
                        <a:solidFill>
                          <a:schemeClr val="tx1"/>
                        </a:solidFill>
                      </a:endParaRPr>
                    </a:p>
                  </a:txBody>
                  <a:tcPr/>
                </a:tc>
                <a:tc>
                  <a:txBody>
                    <a:bodyPr/>
                    <a:lstStyle/>
                    <a:p>
                      <a:pPr algn="ctr"/>
                      <a:r>
                        <a:rPr lang="en-US" dirty="0">
                          <a:solidFill>
                            <a:schemeClr val="tx1"/>
                          </a:solidFill>
                        </a:rPr>
                        <a:t>DRAMA</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LONG</a:t>
                      </a:r>
                      <a:endParaRPr lang="en-PH" dirty="0">
                        <a:solidFill>
                          <a:schemeClr val="tx1"/>
                        </a:solidFill>
                      </a:endParaRPr>
                    </a:p>
                  </a:txBody>
                  <a:tcPr/>
                </a:tc>
                <a:tc>
                  <a:txBody>
                    <a:bodyPr/>
                    <a:lstStyle/>
                    <a:p>
                      <a:pPr algn="ctr"/>
                      <a:r>
                        <a:rPr lang="en-US" dirty="0">
                          <a:solidFill>
                            <a:schemeClr val="tx1"/>
                          </a:solidFill>
                        </a:rPr>
                        <a:t>WITH</a:t>
                      </a:r>
                      <a:endParaRPr lang="en-PH" dirty="0">
                        <a:solidFill>
                          <a:schemeClr val="tx1"/>
                        </a:solidFill>
                      </a:endParaRPr>
                    </a:p>
                  </a:txBody>
                  <a:tcPr/>
                </a:tc>
                <a:tc>
                  <a:txBody>
                    <a:bodyPr/>
                    <a:lstStyle/>
                    <a:p>
                      <a:pPr algn="ctr"/>
                      <a:r>
                        <a:rPr lang="en-US" dirty="0">
                          <a:solidFill>
                            <a:schemeClr val="tx1"/>
                          </a:solidFill>
                        </a:rPr>
                        <a:t>SAD</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YES</a:t>
                      </a:r>
                      <a:endParaRPr lang="en-PH" dirty="0">
                        <a:solidFill>
                          <a:schemeClr val="tx1"/>
                        </a:solidFill>
                      </a:endParaRPr>
                    </a:p>
                  </a:txBody>
                  <a:tcPr/>
                </a:tc>
                <a:extLst>
                  <a:ext uri="{0D108BD9-81ED-4DB2-BD59-A6C34878D82A}">
                    <a16:rowId xmlns:a16="http://schemas.microsoft.com/office/drawing/2014/main" val="3303263523"/>
                  </a:ext>
                </a:extLst>
              </a:tr>
              <a:tr h="432226">
                <a:tc>
                  <a:txBody>
                    <a:bodyPr/>
                    <a:lstStyle/>
                    <a:p>
                      <a:pPr algn="ctr"/>
                      <a:r>
                        <a:rPr lang="en-US" dirty="0">
                          <a:solidFill>
                            <a:schemeClr val="tx1"/>
                          </a:solidFill>
                        </a:rPr>
                        <a:t>10</a:t>
                      </a:r>
                      <a:endParaRPr lang="en-PH" dirty="0">
                        <a:solidFill>
                          <a:schemeClr val="tx1"/>
                        </a:solidFill>
                      </a:endParaRPr>
                    </a:p>
                  </a:txBody>
                  <a:tcPr/>
                </a:tc>
                <a:tc>
                  <a:txBody>
                    <a:bodyPr/>
                    <a:lstStyle/>
                    <a:p>
                      <a:pPr algn="ctr"/>
                      <a:r>
                        <a:rPr lang="en-US" dirty="0">
                          <a:solidFill>
                            <a:schemeClr val="tx1"/>
                          </a:solidFill>
                        </a:rPr>
                        <a:t>ACTION</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SHORT</a:t>
                      </a:r>
                      <a:endParaRPr lang="en-PH" dirty="0">
                        <a:solidFill>
                          <a:schemeClr val="tx1"/>
                        </a:solidFill>
                      </a:endParaRPr>
                    </a:p>
                  </a:txBody>
                  <a:tcPr/>
                </a:tc>
                <a:tc>
                  <a:txBody>
                    <a:bodyPr/>
                    <a:lstStyle/>
                    <a:p>
                      <a:pPr algn="ctr"/>
                      <a:r>
                        <a:rPr lang="en-US" dirty="0">
                          <a:solidFill>
                            <a:schemeClr val="tx1"/>
                          </a:solidFill>
                        </a:rPr>
                        <a:t>WITHOUT</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TIRED</a:t>
                      </a:r>
                      <a:endParaRPr lang="en-PH"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YES</a:t>
                      </a:r>
                      <a:endParaRPr lang="en-PH" dirty="0">
                        <a:solidFill>
                          <a:schemeClr val="tx1"/>
                        </a:solidFill>
                      </a:endParaRPr>
                    </a:p>
                  </a:txBody>
                  <a:tcPr/>
                </a:tc>
                <a:extLst>
                  <a:ext uri="{0D108BD9-81ED-4DB2-BD59-A6C34878D82A}">
                    <a16:rowId xmlns:a16="http://schemas.microsoft.com/office/drawing/2014/main" val="3067170939"/>
                  </a:ext>
                </a:extLst>
              </a:tr>
            </a:tbl>
          </a:graphicData>
        </a:graphic>
      </p:graphicFrame>
      <p:sp>
        <p:nvSpPr>
          <p:cNvPr id="6" name="TextBox 5">
            <a:extLst>
              <a:ext uri="{FF2B5EF4-FFF2-40B4-BE49-F238E27FC236}">
                <a16:creationId xmlns:a16="http://schemas.microsoft.com/office/drawing/2014/main" id="{BCCEF0F1-9030-C6D6-AFF4-082423CBE196}"/>
              </a:ext>
            </a:extLst>
          </p:cNvPr>
          <p:cNvSpPr txBox="1"/>
          <p:nvPr/>
        </p:nvSpPr>
        <p:spPr>
          <a:xfrm>
            <a:off x="5265788" y="282072"/>
            <a:ext cx="1660423" cy="707886"/>
          </a:xfrm>
          <a:prstGeom prst="rect">
            <a:avLst/>
          </a:prstGeom>
          <a:noFill/>
        </p:spPr>
        <p:txBody>
          <a:bodyPr wrap="square" rtlCol="0">
            <a:spAutoFit/>
          </a:bodyPr>
          <a:lstStyle/>
          <a:p>
            <a:r>
              <a:rPr lang="en-US" sz="4000" b="1" dirty="0">
                <a:latin typeface="Arial Rounded MT Bold" panose="020F0704030504030204" pitchFamily="34" charset="0"/>
              </a:rPr>
              <a:t>DATA</a:t>
            </a:r>
            <a:endParaRPr lang="en-PH" sz="4000" b="1" dirty="0">
              <a:latin typeface="Arial Rounded MT Bold" panose="020F0704030504030204" pitchFamily="34" charset="0"/>
            </a:endParaRPr>
          </a:p>
        </p:txBody>
      </p:sp>
    </p:spTree>
    <p:extLst>
      <p:ext uri="{BB962C8B-B14F-4D97-AF65-F5344CB8AC3E}">
        <p14:creationId xmlns:p14="http://schemas.microsoft.com/office/powerpoint/2010/main" val="2102532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3321F6B-28DF-9088-D03F-0190918452CD}"/>
              </a:ext>
            </a:extLst>
          </p:cNvPr>
          <p:cNvSpPr/>
          <p:nvPr/>
        </p:nvSpPr>
        <p:spPr>
          <a:xfrm>
            <a:off x="0" y="1"/>
            <a:ext cx="12192000" cy="6857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aphicFrame>
        <p:nvGraphicFramePr>
          <p:cNvPr id="6" name="Content Placeholder 5">
            <a:extLst>
              <a:ext uri="{FF2B5EF4-FFF2-40B4-BE49-F238E27FC236}">
                <a16:creationId xmlns:a16="http://schemas.microsoft.com/office/drawing/2014/main" id="{D11FCA13-29B6-64E9-CEBF-543C9DC34D73}"/>
              </a:ext>
            </a:extLst>
          </p:cNvPr>
          <p:cNvGraphicFramePr>
            <a:graphicFrameLocks noGrp="1"/>
          </p:cNvGraphicFramePr>
          <p:nvPr>
            <p:ph idx="1"/>
            <p:extLst>
              <p:ext uri="{D42A27DB-BD31-4B8C-83A1-F6EECF244321}">
                <p14:modId xmlns:p14="http://schemas.microsoft.com/office/powerpoint/2010/main" val="1861685511"/>
              </p:ext>
            </p:extLst>
          </p:nvPr>
        </p:nvGraphicFramePr>
        <p:xfrm>
          <a:off x="481779" y="678647"/>
          <a:ext cx="3903406" cy="1940560"/>
        </p:xfrm>
        <a:graphic>
          <a:graphicData uri="http://schemas.openxmlformats.org/drawingml/2006/table">
            <a:tbl>
              <a:tblPr firstRow="1" bandRow="1">
                <a:tableStyleId>{93296810-A885-4BE3-A3E7-6D5BEEA58F35}</a:tableStyleId>
              </a:tblPr>
              <a:tblGrid>
                <a:gridCol w="833261">
                  <a:extLst>
                    <a:ext uri="{9D8B030D-6E8A-4147-A177-3AD203B41FA5}">
                      <a16:colId xmlns:a16="http://schemas.microsoft.com/office/drawing/2014/main" val="556903800"/>
                    </a:ext>
                  </a:extLst>
                </a:gridCol>
                <a:gridCol w="690694">
                  <a:extLst>
                    <a:ext uri="{9D8B030D-6E8A-4147-A177-3AD203B41FA5}">
                      <a16:colId xmlns:a16="http://schemas.microsoft.com/office/drawing/2014/main" val="3464906805"/>
                    </a:ext>
                  </a:extLst>
                </a:gridCol>
                <a:gridCol w="690694">
                  <a:extLst>
                    <a:ext uri="{9D8B030D-6E8A-4147-A177-3AD203B41FA5}">
                      <a16:colId xmlns:a16="http://schemas.microsoft.com/office/drawing/2014/main" val="947163383"/>
                    </a:ext>
                  </a:extLst>
                </a:gridCol>
                <a:gridCol w="884841">
                  <a:extLst>
                    <a:ext uri="{9D8B030D-6E8A-4147-A177-3AD203B41FA5}">
                      <a16:colId xmlns:a16="http://schemas.microsoft.com/office/drawing/2014/main" val="2008287712"/>
                    </a:ext>
                  </a:extLst>
                </a:gridCol>
                <a:gridCol w="803916">
                  <a:extLst>
                    <a:ext uri="{9D8B030D-6E8A-4147-A177-3AD203B41FA5}">
                      <a16:colId xmlns:a16="http://schemas.microsoft.com/office/drawing/2014/main" val="1224021340"/>
                    </a:ext>
                  </a:extLst>
                </a:gridCol>
              </a:tblGrid>
              <a:tr h="0">
                <a:tc>
                  <a:txBody>
                    <a:bodyPr/>
                    <a:lstStyle/>
                    <a:p>
                      <a:pPr algn="ctr"/>
                      <a:r>
                        <a:rPr lang="en-US" sz="1800" dirty="0">
                          <a:solidFill>
                            <a:schemeClr val="tx1"/>
                          </a:solidFill>
                        </a:rPr>
                        <a:t>GENRE</a:t>
                      </a:r>
                      <a:endParaRPr lang="en-PH" sz="1800" dirty="0">
                        <a:solidFill>
                          <a:schemeClr val="tx1"/>
                        </a:solidFill>
                      </a:endParaRPr>
                    </a:p>
                  </a:txBody>
                  <a:tcPr/>
                </a:tc>
                <a:tc>
                  <a:txBody>
                    <a:bodyPr/>
                    <a:lstStyle/>
                    <a:p>
                      <a:pPr algn="ctr"/>
                      <a:r>
                        <a:rPr lang="en-US" sz="1200" b="1" dirty="0">
                          <a:solidFill>
                            <a:schemeClr val="tx1"/>
                          </a:solidFill>
                        </a:rPr>
                        <a:t>Y</a:t>
                      </a:r>
                      <a:endParaRPr lang="en-PH" sz="1200" b="1" dirty="0">
                        <a:solidFill>
                          <a:schemeClr val="tx1"/>
                        </a:solidFill>
                      </a:endParaRPr>
                    </a:p>
                  </a:txBody>
                  <a:tcPr/>
                </a:tc>
                <a:tc>
                  <a:txBody>
                    <a:bodyPr/>
                    <a:lstStyle/>
                    <a:p>
                      <a:pPr algn="ctr"/>
                      <a:r>
                        <a:rPr lang="en-US" sz="1200" b="1" dirty="0">
                          <a:solidFill>
                            <a:schemeClr val="tx1"/>
                          </a:solidFill>
                        </a:rPr>
                        <a:t>N</a:t>
                      </a:r>
                      <a:endParaRPr lang="en-PH" sz="1200" b="1" dirty="0">
                        <a:solidFill>
                          <a:schemeClr val="tx1"/>
                        </a:solidFill>
                      </a:endParaRPr>
                    </a:p>
                  </a:txBody>
                  <a:tcPr/>
                </a:tc>
                <a:tc>
                  <a:txBody>
                    <a:bodyPr/>
                    <a:lstStyle/>
                    <a:p>
                      <a:pPr algn="ctr"/>
                      <a:r>
                        <a:rPr lang="en-US" sz="1200" b="1" dirty="0">
                          <a:solidFill>
                            <a:schemeClr val="tx1"/>
                          </a:solidFill>
                        </a:rPr>
                        <a:t>P(YES)</a:t>
                      </a:r>
                      <a:endParaRPr lang="en-PH" sz="1200" b="1"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P(NO)</a:t>
                      </a:r>
                      <a:endParaRPr lang="en-PH" sz="1200" b="1" dirty="0">
                        <a:solidFill>
                          <a:schemeClr val="tx1"/>
                        </a:solidFill>
                      </a:endParaRPr>
                    </a:p>
                    <a:p>
                      <a:pPr algn="ctr"/>
                      <a:endParaRPr lang="en-PH" sz="1200" b="1" dirty="0">
                        <a:solidFill>
                          <a:schemeClr val="tx1"/>
                        </a:solidFill>
                      </a:endParaRPr>
                    </a:p>
                  </a:txBody>
                  <a:tcPr/>
                </a:tc>
                <a:extLst>
                  <a:ext uri="{0D108BD9-81ED-4DB2-BD59-A6C34878D82A}">
                    <a16:rowId xmlns:a16="http://schemas.microsoft.com/office/drawing/2014/main" val="2925078004"/>
                  </a:ext>
                </a:extLst>
              </a:tr>
              <a:tr h="370840">
                <a:tc>
                  <a:txBody>
                    <a:bodyPr/>
                    <a:lstStyle/>
                    <a:p>
                      <a:pPr algn="ctr"/>
                      <a:r>
                        <a:rPr lang="en-US" sz="1200" b="1" dirty="0"/>
                        <a:t>DRAMA</a:t>
                      </a:r>
                      <a:endParaRPr lang="en-PH" sz="1200" b="1" dirty="0"/>
                    </a:p>
                  </a:txBody>
                  <a:tcPr/>
                </a:tc>
                <a:tc>
                  <a:txBody>
                    <a:bodyPr/>
                    <a:lstStyle/>
                    <a:p>
                      <a:pPr algn="ctr"/>
                      <a:r>
                        <a:rPr lang="en-US" sz="1200" b="1" dirty="0"/>
                        <a:t>3</a:t>
                      </a:r>
                      <a:endParaRPr lang="en-PH" sz="1200" b="1" dirty="0"/>
                    </a:p>
                  </a:txBody>
                  <a:tcPr/>
                </a:tc>
                <a:tc>
                  <a:txBody>
                    <a:bodyPr/>
                    <a:lstStyle/>
                    <a:p>
                      <a:pPr algn="ctr"/>
                      <a:r>
                        <a:rPr lang="en-US" sz="1200" b="1" dirty="0"/>
                        <a:t>1</a:t>
                      </a:r>
                      <a:endParaRPr lang="en-PH" sz="1200" b="1" dirty="0"/>
                    </a:p>
                  </a:txBody>
                  <a:tcPr/>
                </a:tc>
                <a:tc>
                  <a:txBody>
                    <a:bodyPr/>
                    <a:lstStyle/>
                    <a:p>
                      <a:pPr algn="ctr"/>
                      <a:r>
                        <a:rPr lang="en-US" sz="1200" b="1" dirty="0"/>
                        <a:t>3/7</a:t>
                      </a:r>
                      <a:endParaRPr lang="en-PH" sz="1200" b="1" dirty="0"/>
                    </a:p>
                  </a:txBody>
                  <a:tcPr/>
                </a:tc>
                <a:tc>
                  <a:txBody>
                    <a:bodyPr/>
                    <a:lstStyle/>
                    <a:p>
                      <a:pPr algn="ctr"/>
                      <a:r>
                        <a:rPr lang="en-US" sz="1200" b="1" dirty="0"/>
                        <a:t>1/3</a:t>
                      </a:r>
                      <a:endParaRPr lang="en-PH" sz="1200" b="1" dirty="0"/>
                    </a:p>
                  </a:txBody>
                  <a:tcPr/>
                </a:tc>
                <a:extLst>
                  <a:ext uri="{0D108BD9-81ED-4DB2-BD59-A6C34878D82A}">
                    <a16:rowId xmlns:a16="http://schemas.microsoft.com/office/drawing/2014/main" val="1725094219"/>
                  </a:ext>
                </a:extLst>
              </a:tr>
              <a:tr h="370840">
                <a:tc>
                  <a:txBody>
                    <a:bodyPr/>
                    <a:lstStyle/>
                    <a:p>
                      <a:pPr algn="ctr"/>
                      <a:r>
                        <a:rPr lang="en-US" sz="1200" b="1" dirty="0"/>
                        <a:t>HORROR</a:t>
                      </a:r>
                      <a:endParaRPr lang="en-PH" sz="1200" b="1" dirty="0"/>
                    </a:p>
                  </a:txBody>
                  <a:tcPr/>
                </a:tc>
                <a:tc>
                  <a:txBody>
                    <a:bodyPr/>
                    <a:lstStyle/>
                    <a:p>
                      <a:pPr algn="ctr"/>
                      <a:r>
                        <a:rPr lang="en-US" sz="1200" b="1" dirty="0"/>
                        <a:t>2</a:t>
                      </a:r>
                      <a:endParaRPr lang="en-PH" sz="1200" b="1" dirty="0"/>
                    </a:p>
                  </a:txBody>
                  <a:tcPr/>
                </a:tc>
                <a:tc>
                  <a:txBody>
                    <a:bodyPr/>
                    <a:lstStyle/>
                    <a:p>
                      <a:pPr algn="ctr"/>
                      <a:r>
                        <a:rPr lang="en-US" sz="1200" b="1" dirty="0"/>
                        <a:t>1</a:t>
                      </a:r>
                      <a:endParaRPr lang="en-PH" sz="1200" b="1" dirty="0"/>
                    </a:p>
                  </a:txBody>
                  <a:tcPr/>
                </a:tc>
                <a:tc>
                  <a:txBody>
                    <a:bodyPr/>
                    <a:lstStyle/>
                    <a:p>
                      <a:pPr algn="ctr"/>
                      <a:r>
                        <a:rPr lang="en-US" sz="1200" b="1" dirty="0"/>
                        <a:t>2/7</a:t>
                      </a:r>
                      <a:endParaRPr lang="en-PH" sz="1200" b="1" dirty="0"/>
                    </a:p>
                  </a:txBody>
                  <a:tcPr/>
                </a:tc>
                <a:tc>
                  <a:txBody>
                    <a:bodyPr/>
                    <a:lstStyle/>
                    <a:p>
                      <a:pPr algn="ctr"/>
                      <a:r>
                        <a:rPr lang="en-US" sz="1200" b="1" dirty="0"/>
                        <a:t>1/3</a:t>
                      </a:r>
                      <a:endParaRPr lang="en-PH" sz="1200" b="1" dirty="0"/>
                    </a:p>
                  </a:txBody>
                  <a:tcPr/>
                </a:tc>
                <a:extLst>
                  <a:ext uri="{0D108BD9-81ED-4DB2-BD59-A6C34878D82A}">
                    <a16:rowId xmlns:a16="http://schemas.microsoft.com/office/drawing/2014/main" val="3644006111"/>
                  </a:ext>
                </a:extLst>
              </a:tr>
              <a:tr h="370840">
                <a:tc>
                  <a:txBody>
                    <a:bodyPr/>
                    <a:lstStyle/>
                    <a:p>
                      <a:pPr algn="ctr"/>
                      <a:r>
                        <a:rPr lang="en-US" sz="1200" b="1" dirty="0"/>
                        <a:t>ACTION</a:t>
                      </a:r>
                      <a:endParaRPr lang="en-PH" sz="1200" b="1" dirty="0"/>
                    </a:p>
                  </a:txBody>
                  <a:tcPr/>
                </a:tc>
                <a:tc>
                  <a:txBody>
                    <a:bodyPr/>
                    <a:lstStyle/>
                    <a:p>
                      <a:pPr algn="ctr"/>
                      <a:r>
                        <a:rPr lang="en-US" sz="1200" b="1" dirty="0"/>
                        <a:t>2</a:t>
                      </a:r>
                      <a:endParaRPr lang="en-PH" sz="1200" b="1" dirty="0"/>
                    </a:p>
                  </a:txBody>
                  <a:tcPr/>
                </a:tc>
                <a:tc>
                  <a:txBody>
                    <a:bodyPr/>
                    <a:lstStyle/>
                    <a:p>
                      <a:pPr algn="ctr"/>
                      <a:r>
                        <a:rPr lang="en-US" sz="1200" b="1" dirty="0"/>
                        <a:t>1</a:t>
                      </a:r>
                      <a:endParaRPr lang="en-PH" sz="1200" b="1" dirty="0"/>
                    </a:p>
                  </a:txBody>
                  <a:tcPr/>
                </a:tc>
                <a:tc>
                  <a:txBody>
                    <a:bodyPr/>
                    <a:lstStyle/>
                    <a:p>
                      <a:pPr algn="ctr"/>
                      <a:r>
                        <a:rPr lang="en-US" sz="1200" b="1" dirty="0"/>
                        <a:t>2/7</a:t>
                      </a:r>
                      <a:endParaRPr lang="en-PH" sz="1200" b="1" dirty="0"/>
                    </a:p>
                  </a:txBody>
                  <a:tcPr/>
                </a:tc>
                <a:tc>
                  <a:txBody>
                    <a:bodyPr/>
                    <a:lstStyle/>
                    <a:p>
                      <a:pPr algn="ctr"/>
                      <a:r>
                        <a:rPr lang="en-US" sz="1200" b="1" dirty="0"/>
                        <a:t>1/3</a:t>
                      </a:r>
                      <a:endParaRPr lang="en-PH" sz="1200" b="1" dirty="0"/>
                    </a:p>
                  </a:txBody>
                  <a:tcPr/>
                </a:tc>
                <a:extLst>
                  <a:ext uri="{0D108BD9-81ED-4DB2-BD59-A6C34878D82A}">
                    <a16:rowId xmlns:a16="http://schemas.microsoft.com/office/drawing/2014/main" val="4258683822"/>
                  </a:ext>
                </a:extLst>
              </a:tr>
              <a:tr h="370840">
                <a:tc>
                  <a:txBody>
                    <a:bodyPr/>
                    <a:lstStyle/>
                    <a:p>
                      <a:pPr algn="ctr"/>
                      <a:r>
                        <a:rPr lang="en-US" sz="1200" b="1" dirty="0">
                          <a:ln>
                            <a:noFill/>
                          </a:ln>
                        </a:rPr>
                        <a:t>TOTAL</a:t>
                      </a:r>
                      <a:endParaRPr lang="en-PH" sz="1200" b="1" dirty="0">
                        <a:ln>
                          <a:no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7</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3</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100%</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100%</a:t>
                      </a:r>
                      <a:endParaRPr lang="en-PH" sz="1200" b="1" dirty="0">
                        <a:ln>
                          <a:solidFill>
                            <a:sysClr val="windowText" lastClr="000000"/>
                          </a:solidFill>
                        </a:ln>
                      </a:endParaRPr>
                    </a:p>
                  </a:txBody>
                  <a:tcPr>
                    <a:solidFill>
                      <a:schemeClr val="accent4">
                        <a:lumMod val="60000"/>
                        <a:lumOff val="40000"/>
                      </a:schemeClr>
                    </a:solidFill>
                  </a:tcPr>
                </a:tc>
                <a:extLst>
                  <a:ext uri="{0D108BD9-81ED-4DB2-BD59-A6C34878D82A}">
                    <a16:rowId xmlns:a16="http://schemas.microsoft.com/office/drawing/2014/main" val="2966286508"/>
                  </a:ext>
                </a:extLst>
              </a:tr>
            </a:tbl>
          </a:graphicData>
        </a:graphic>
      </p:graphicFrame>
      <p:graphicFrame>
        <p:nvGraphicFramePr>
          <p:cNvPr id="11" name="Content Placeholder 5">
            <a:extLst>
              <a:ext uri="{FF2B5EF4-FFF2-40B4-BE49-F238E27FC236}">
                <a16:creationId xmlns:a16="http://schemas.microsoft.com/office/drawing/2014/main" id="{FB26FABF-C568-905E-6C05-3E29D427CF4E}"/>
              </a:ext>
            </a:extLst>
          </p:cNvPr>
          <p:cNvGraphicFramePr>
            <a:graphicFrameLocks/>
          </p:cNvGraphicFramePr>
          <p:nvPr>
            <p:extLst>
              <p:ext uri="{D42A27DB-BD31-4B8C-83A1-F6EECF244321}">
                <p14:modId xmlns:p14="http://schemas.microsoft.com/office/powerpoint/2010/main" val="3646856066"/>
              </p:ext>
            </p:extLst>
          </p:nvPr>
        </p:nvGraphicFramePr>
        <p:xfrm>
          <a:off x="7665929" y="678647"/>
          <a:ext cx="4044294" cy="1940560"/>
        </p:xfrm>
        <a:graphic>
          <a:graphicData uri="http://schemas.openxmlformats.org/drawingml/2006/table">
            <a:tbl>
              <a:tblPr firstRow="1" bandRow="1">
                <a:tableStyleId>{93296810-A885-4BE3-A3E7-6D5BEEA58F35}</a:tableStyleId>
              </a:tblPr>
              <a:tblGrid>
                <a:gridCol w="974149">
                  <a:extLst>
                    <a:ext uri="{9D8B030D-6E8A-4147-A177-3AD203B41FA5}">
                      <a16:colId xmlns:a16="http://schemas.microsoft.com/office/drawing/2014/main" val="556903800"/>
                    </a:ext>
                  </a:extLst>
                </a:gridCol>
                <a:gridCol w="690694">
                  <a:extLst>
                    <a:ext uri="{9D8B030D-6E8A-4147-A177-3AD203B41FA5}">
                      <a16:colId xmlns:a16="http://schemas.microsoft.com/office/drawing/2014/main" val="3464906805"/>
                    </a:ext>
                  </a:extLst>
                </a:gridCol>
                <a:gridCol w="690694">
                  <a:extLst>
                    <a:ext uri="{9D8B030D-6E8A-4147-A177-3AD203B41FA5}">
                      <a16:colId xmlns:a16="http://schemas.microsoft.com/office/drawing/2014/main" val="947163383"/>
                    </a:ext>
                  </a:extLst>
                </a:gridCol>
                <a:gridCol w="884841">
                  <a:extLst>
                    <a:ext uri="{9D8B030D-6E8A-4147-A177-3AD203B41FA5}">
                      <a16:colId xmlns:a16="http://schemas.microsoft.com/office/drawing/2014/main" val="2008287712"/>
                    </a:ext>
                  </a:extLst>
                </a:gridCol>
                <a:gridCol w="803916">
                  <a:extLst>
                    <a:ext uri="{9D8B030D-6E8A-4147-A177-3AD203B41FA5}">
                      <a16:colId xmlns:a16="http://schemas.microsoft.com/office/drawing/2014/main" val="1224021340"/>
                    </a:ext>
                  </a:extLst>
                </a:gridCol>
              </a:tblGrid>
              <a:tr h="0">
                <a:tc>
                  <a:txBody>
                    <a:bodyPr/>
                    <a:lstStyle/>
                    <a:p>
                      <a:pPr algn="ctr"/>
                      <a:r>
                        <a:rPr lang="en-US" dirty="0">
                          <a:solidFill>
                            <a:schemeClr val="tx1"/>
                          </a:solidFill>
                        </a:rPr>
                        <a:t>MOOD</a:t>
                      </a:r>
                      <a:endParaRPr lang="en-PH" dirty="0">
                        <a:solidFill>
                          <a:schemeClr val="tx1"/>
                        </a:solidFill>
                      </a:endParaRPr>
                    </a:p>
                  </a:txBody>
                  <a:tcPr/>
                </a:tc>
                <a:tc>
                  <a:txBody>
                    <a:bodyPr/>
                    <a:lstStyle/>
                    <a:p>
                      <a:pPr algn="ctr"/>
                      <a:r>
                        <a:rPr lang="en-US" sz="1200" b="1" dirty="0">
                          <a:solidFill>
                            <a:schemeClr val="tx1"/>
                          </a:solidFill>
                        </a:rPr>
                        <a:t>Y</a:t>
                      </a:r>
                      <a:endParaRPr lang="en-PH" sz="1200" b="1" dirty="0">
                        <a:solidFill>
                          <a:schemeClr val="tx1"/>
                        </a:solidFill>
                      </a:endParaRPr>
                    </a:p>
                  </a:txBody>
                  <a:tcPr/>
                </a:tc>
                <a:tc>
                  <a:txBody>
                    <a:bodyPr/>
                    <a:lstStyle/>
                    <a:p>
                      <a:pPr algn="ctr"/>
                      <a:r>
                        <a:rPr lang="en-US" sz="1200" b="1" dirty="0">
                          <a:solidFill>
                            <a:schemeClr val="tx1"/>
                          </a:solidFill>
                        </a:rPr>
                        <a:t>N</a:t>
                      </a:r>
                      <a:endParaRPr lang="en-PH" sz="1200" b="1" dirty="0">
                        <a:solidFill>
                          <a:schemeClr val="tx1"/>
                        </a:solidFill>
                      </a:endParaRPr>
                    </a:p>
                  </a:txBody>
                  <a:tcPr/>
                </a:tc>
                <a:tc>
                  <a:txBody>
                    <a:bodyPr/>
                    <a:lstStyle/>
                    <a:p>
                      <a:pPr algn="ctr"/>
                      <a:r>
                        <a:rPr lang="en-US" sz="1200" b="1" dirty="0">
                          <a:solidFill>
                            <a:schemeClr val="tx1"/>
                          </a:solidFill>
                        </a:rPr>
                        <a:t>P(YES)</a:t>
                      </a:r>
                      <a:endParaRPr lang="en-PH" sz="1200" b="1"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P(NO)</a:t>
                      </a:r>
                      <a:endParaRPr lang="en-PH" sz="1200" b="1" dirty="0">
                        <a:solidFill>
                          <a:schemeClr val="tx1"/>
                        </a:solidFill>
                      </a:endParaRPr>
                    </a:p>
                    <a:p>
                      <a:pPr algn="ctr"/>
                      <a:endParaRPr lang="en-PH" sz="1200" b="1" dirty="0">
                        <a:solidFill>
                          <a:schemeClr val="tx1"/>
                        </a:solidFill>
                      </a:endParaRPr>
                    </a:p>
                  </a:txBody>
                  <a:tcPr/>
                </a:tc>
                <a:extLst>
                  <a:ext uri="{0D108BD9-81ED-4DB2-BD59-A6C34878D82A}">
                    <a16:rowId xmlns:a16="http://schemas.microsoft.com/office/drawing/2014/main" val="2925078004"/>
                  </a:ext>
                </a:extLst>
              </a:tr>
              <a:tr h="370840">
                <a:tc>
                  <a:txBody>
                    <a:bodyPr/>
                    <a:lstStyle/>
                    <a:p>
                      <a:pPr algn="ctr"/>
                      <a:r>
                        <a:rPr lang="en-US" sz="1200" b="1" dirty="0"/>
                        <a:t>HAPPY</a:t>
                      </a:r>
                      <a:endParaRPr lang="en-PH" sz="1200" b="1" dirty="0"/>
                    </a:p>
                  </a:txBody>
                  <a:tcPr/>
                </a:tc>
                <a:tc>
                  <a:txBody>
                    <a:bodyPr/>
                    <a:lstStyle/>
                    <a:p>
                      <a:pPr algn="ctr"/>
                      <a:r>
                        <a:rPr lang="en-US" sz="1200" b="1" dirty="0"/>
                        <a:t>3</a:t>
                      </a:r>
                      <a:endParaRPr lang="en-PH" sz="1200" b="1" dirty="0"/>
                    </a:p>
                  </a:txBody>
                  <a:tcPr/>
                </a:tc>
                <a:tc>
                  <a:txBody>
                    <a:bodyPr/>
                    <a:lstStyle/>
                    <a:p>
                      <a:pPr algn="ctr"/>
                      <a:r>
                        <a:rPr lang="en-US" sz="1200" b="1" dirty="0"/>
                        <a:t>2</a:t>
                      </a:r>
                      <a:endParaRPr lang="en-PH" sz="1200" b="1" dirty="0"/>
                    </a:p>
                  </a:txBody>
                  <a:tcPr/>
                </a:tc>
                <a:tc>
                  <a:txBody>
                    <a:bodyPr/>
                    <a:lstStyle/>
                    <a:p>
                      <a:pPr algn="ctr"/>
                      <a:r>
                        <a:rPr lang="en-US" sz="1200" b="1" dirty="0"/>
                        <a:t>3/7</a:t>
                      </a:r>
                      <a:endParaRPr lang="en-PH" sz="1200" b="1" dirty="0"/>
                    </a:p>
                  </a:txBody>
                  <a:tcPr/>
                </a:tc>
                <a:tc>
                  <a:txBody>
                    <a:bodyPr/>
                    <a:lstStyle/>
                    <a:p>
                      <a:pPr algn="ctr"/>
                      <a:r>
                        <a:rPr lang="en-US" sz="1200" b="1" dirty="0"/>
                        <a:t>2/3</a:t>
                      </a:r>
                      <a:endParaRPr lang="en-PH" sz="1200" b="1" dirty="0"/>
                    </a:p>
                  </a:txBody>
                  <a:tcPr/>
                </a:tc>
                <a:extLst>
                  <a:ext uri="{0D108BD9-81ED-4DB2-BD59-A6C34878D82A}">
                    <a16:rowId xmlns:a16="http://schemas.microsoft.com/office/drawing/2014/main" val="1725094219"/>
                  </a:ext>
                </a:extLst>
              </a:tr>
              <a:tr h="370840">
                <a:tc>
                  <a:txBody>
                    <a:bodyPr/>
                    <a:lstStyle/>
                    <a:p>
                      <a:pPr algn="ctr"/>
                      <a:r>
                        <a:rPr lang="en-US" sz="1200" b="1" dirty="0"/>
                        <a:t>SAD</a:t>
                      </a:r>
                      <a:endParaRPr lang="en-PH" sz="1200" b="1" dirty="0"/>
                    </a:p>
                  </a:txBody>
                  <a:tcPr/>
                </a:tc>
                <a:tc>
                  <a:txBody>
                    <a:bodyPr/>
                    <a:lstStyle/>
                    <a:p>
                      <a:pPr algn="ctr"/>
                      <a:r>
                        <a:rPr lang="en-US" sz="1200" b="1" dirty="0"/>
                        <a:t>2</a:t>
                      </a:r>
                      <a:endParaRPr lang="en-PH" sz="1200" b="1" dirty="0"/>
                    </a:p>
                  </a:txBody>
                  <a:tcPr/>
                </a:tc>
                <a:tc>
                  <a:txBody>
                    <a:bodyPr/>
                    <a:lstStyle/>
                    <a:p>
                      <a:pPr algn="ctr"/>
                      <a:r>
                        <a:rPr lang="en-US" sz="1200" b="1" dirty="0"/>
                        <a:t>0</a:t>
                      </a:r>
                      <a:endParaRPr lang="en-PH" sz="1200" b="1" dirty="0"/>
                    </a:p>
                  </a:txBody>
                  <a:tcPr/>
                </a:tc>
                <a:tc>
                  <a:txBody>
                    <a:bodyPr/>
                    <a:lstStyle/>
                    <a:p>
                      <a:pPr algn="ctr"/>
                      <a:r>
                        <a:rPr lang="en-US" sz="1200" b="1" dirty="0"/>
                        <a:t>2/7</a:t>
                      </a:r>
                      <a:endParaRPr lang="en-PH" sz="1200" b="1" dirty="0"/>
                    </a:p>
                  </a:txBody>
                  <a:tcPr/>
                </a:tc>
                <a:tc>
                  <a:txBody>
                    <a:bodyPr/>
                    <a:lstStyle/>
                    <a:p>
                      <a:pPr algn="ctr"/>
                      <a:r>
                        <a:rPr lang="en-US" sz="1200" b="1" dirty="0"/>
                        <a:t>0/3</a:t>
                      </a:r>
                      <a:endParaRPr lang="en-PH" sz="1200" b="1" dirty="0"/>
                    </a:p>
                  </a:txBody>
                  <a:tcPr/>
                </a:tc>
                <a:extLst>
                  <a:ext uri="{0D108BD9-81ED-4DB2-BD59-A6C34878D82A}">
                    <a16:rowId xmlns:a16="http://schemas.microsoft.com/office/drawing/2014/main" val="3644006111"/>
                  </a:ext>
                </a:extLst>
              </a:tr>
              <a:tr h="370840">
                <a:tc>
                  <a:txBody>
                    <a:bodyPr/>
                    <a:lstStyle/>
                    <a:p>
                      <a:pPr algn="ctr"/>
                      <a:r>
                        <a:rPr lang="en-US" sz="1200" b="1" dirty="0"/>
                        <a:t>TIRED</a:t>
                      </a:r>
                      <a:endParaRPr lang="en-PH" sz="1200" b="1" dirty="0"/>
                    </a:p>
                  </a:txBody>
                  <a:tcPr/>
                </a:tc>
                <a:tc>
                  <a:txBody>
                    <a:bodyPr/>
                    <a:lstStyle/>
                    <a:p>
                      <a:pPr algn="ctr"/>
                      <a:r>
                        <a:rPr lang="en-US" sz="1200" b="1" dirty="0"/>
                        <a:t>2</a:t>
                      </a:r>
                      <a:endParaRPr lang="en-PH" sz="1200" b="1" dirty="0"/>
                    </a:p>
                  </a:txBody>
                  <a:tcPr/>
                </a:tc>
                <a:tc>
                  <a:txBody>
                    <a:bodyPr/>
                    <a:lstStyle/>
                    <a:p>
                      <a:pPr algn="ctr"/>
                      <a:r>
                        <a:rPr lang="en-US" sz="1200" b="1" dirty="0"/>
                        <a:t>1</a:t>
                      </a:r>
                      <a:endParaRPr lang="en-PH" sz="1200" b="1" dirty="0"/>
                    </a:p>
                  </a:txBody>
                  <a:tcPr/>
                </a:tc>
                <a:tc>
                  <a:txBody>
                    <a:bodyPr/>
                    <a:lstStyle/>
                    <a:p>
                      <a:pPr algn="ctr"/>
                      <a:r>
                        <a:rPr lang="en-US" sz="1200" b="1" dirty="0"/>
                        <a:t>2/7</a:t>
                      </a:r>
                      <a:endParaRPr lang="en-PH" sz="1200" b="1" dirty="0"/>
                    </a:p>
                  </a:txBody>
                  <a:tcPr/>
                </a:tc>
                <a:tc>
                  <a:txBody>
                    <a:bodyPr/>
                    <a:lstStyle/>
                    <a:p>
                      <a:pPr algn="ctr"/>
                      <a:r>
                        <a:rPr lang="en-US" sz="1200" b="1" dirty="0"/>
                        <a:t>1/3</a:t>
                      </a:r>
                      <a:endParaRPr lang="en-PH" sz="1200" b="1" dirty="0"/>
                    </a:p>
                  </a:txBody>
                  <a:tcPr/>
                </a:tc>
                <a:extLst>
                  <a:ext uri="{0D108BD9-81ED-4DB2-BD59-A6C34878D82A}">
                    <a16:rowId xmlns:a16="http://schemas.microsoft.com/office/drawing/2014/main" val="4258683822"/>
                  </a:ext>
                </a:extLst>
              </a:tr>
              <a:tr h="370840">
                <a:tc>
                  <a:txBody>
                    <a:bodyPr/>
                    <a:lstStyle/>
                    <a:p>
                      <a:pPr algn="ctr"/>
                      <a:r>
                        <a:rPr lang="en-US" sz="1200" b="1" dirty="0">
                          <a:ln>
                            <a:noFill/>
                          </a:ln>
                        </a:rPr>
                        <a:t>TOTAL</a:t>
                      </a:r>
                      <a:endParaRPr lang="en-PH" sz="1200" b="1" dirty="0">
                        <a:ln>
                          <a:no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7</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3</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100%</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100%</a:t>
                      </a:r>
                      <a:endParaRPr lang="en-PH" sz="1200" b="1" dirty="0">
                        <a:ln>
                          <a:solidFill>
                            <a:sysClr val="windowText" lastClr="000000"/>
                          </a:solidFill>
                        </a:ln>
                      </a:endParaRPr>
                    </a:p>
                  </a:txBody>
                  <a:tcPr>
                    <a:solidFill>
                      <a:schemeClr val="accent4">
                        <a:lumMod val="60000"/>
                        <a:lumOff val="40000"/>
                      </a:schemeClr>
                    </a:solidFill>
                  </a:tcPr>
                </a:tc>
                <a:extLst>
                  <a:ext uri="{0D108BD9-81ED-4DB2-BD59-A6C34878D82A}">
                    <a16:rowId xmlns:a16="http://schemas.microsoft.com/office/drawing/2014/main" val="2966286508"/>
                  </a:ext>
                </a:extLst>
              </a:tr>
            </a:tbl>
          </a:graphicData>
        </a:graphic>
      </p:graphicFrame>
      <p:graphicFrame>
        <p:nvGraphicFramePr>
          <p:cNvPr id="12" name="Content Placeholder 5">
            <a:extLst>
              <a:ext uri="{FF2B5EF4-FFF2-40B4-BE49-F238E27FC236}">
                <a16:creationId xmlns:a16="http://schemas.microsoft.com/office/drawing/2014/main" id="{795E3233-E39B-C160-1962-27FCCB1DFB08}"/>
              </a:ext>
            </a:extLst>
          </p:cNvPr>
          <p:cNvGraphicFramePr>
            <a:graphicFrameLocks/>
          </p:cNvGraphicFramePr>
          <p:nvPr>
            <p:extLst>
              <p:ext uri="{D42A27DB-BD31-4B8C-83A1-F6EECF244321}">
                <p14:modId xmlns:p14="http://schemas.microsoft.com/office/powerpoint/2010/main" val="1699637252"/>
              </p:ext>
            </p:extLst>
          </p:nvPr>
        </p:nvGraphicFramePr>
        <p:xfrm>
          <a:off x="372413" y="4800600"/>
          <a:ext cx="4122138" cy="1752601"/>
        </p:xfrm>
        <a:graphic>
          <a:graphicData uri="http://schemas.openxmlformats.org/drawingml/2006/table">
            <a:tbl>
              <a:tblPr firstRow="1" bandRow="1">
                <a:tableStyleId>{93296810-A885-4BE3-A3E7-6D5BEEA58F35}</a:tableStyleId>
              </a:tblPr>
              <a:tblGrid>
                <a:gridCol w="1215024">
                  <a:extLst>
                    <a:ext uri="{9D8B030D-6E8A-4147-A177-3AD203B41FA5}">
                      <a16:colId xmlns:a16="http://schemas.microsoft.com/office/drawing/2014/main" val="556903800"/>
                    </a:ext>
                  </a:extLst>
                </a:gridCol>
                <a:gridCol w="527663">
                  <a:extLst>
                    <a:ext uri="{9D8B030D-6E8A-4147-A177-3AD203B41FA5}">
                      <a16:colId xmlns:a16="http://schemas.microsoft.com/office/drawing/2014/main" val="3464906805"/>
                    </a:ext>
                  </a:extLst>
                </a:gridCol>
                <a:gridCol w="690694">
                  <a:extLst>
                    <a:ext uri="{9D8B030D-6E8A-4147-A177-3AD203B41FA5}">
                      <a16:colId xmlns:a16="http://schemas.microsoft.com/office/drawing/2014/main" val="947163383"/>
                    </a:ext>
                  </a:extLst>
                </a:gridCol>
                <a:gridCol w="884841">
                  <a:extLst>
                    <a:ext uri="{9D8B030D-6E8A-4147-A177-3AD203B41FA5}">
                      <a16:colId xmlns:a16="http://schemas.microsoft.com/office/drawing/2014/main" val="2008287712"/>
                    </a:ext>
                  </a:extLst>
                </a:gridCol>
                <a:gridCol w="803916">
                  <a:extLst>
                    <a:ext uri="{9D8B030D-6E8A-4147-A177-3AD203B41FA5}">
                      <a16:colId xmlns:a16="http://schemas.microsoft.com/office/drawing/2014/main" val="1224021340"/>
                    </a:ext>
                  </a:extLst>
                </a:gridCol>
              </a:tblGrid>
              <a:tr h="510466">
                <a:tc>
                  <a:txBody>
                    <a:bodyPr/>
                    <a:lstStyle/>
                    <a:p>
                      <a:pPr algn="ctr"/>
                      <a:r>
                        <a:rPr lang="en-US" dirty="0">
                          <a:solidFill>
                            <a:schemeClr val="tx1"/>
                          </a:solidFill>
                        </a:rPr>
                        <a:t>RUNTIME</a:t>
                      </a:r>
                      <a:endParaRPr lang="en-PH" dirty="0">
                        <a:solidFill>
                          <a:schemeClr val="tx1"/>
                        </a:solidFill>
                      </a:endParaRPr>
                    </a:p>
                  </a:txBody>
                  <a:tcPr/>
                </a:tc>
                <a:tc>
                  <a:txBody>
                    <a:bodyPr/>
                    <a:lstStyle/>
                    <a:p>
                      <a:pPr algn="ctr"/>
                      <a:r>
                        <a:rPr lang="en-US" sz="1200" b="1" dirty="0">
                          <a:solidFill>
                            <a:schemeClr val="tx1"/>
                          </a:solidFill>
                        </a:rPr>
                        <a:t>Y</a:t>
                      </a:r>
                      <a:endParaRPr lang="en-PH" sz="1200" b="1" dirty="0">
                        <a:solidFill>
                          <a:schemeClr val="tx1"/>
                        </a:solidFill>
                      </a:endParaRPr>
                    </a:p>
                  </a:txBody>
                  <a:tcPr/>
                </a:tc>
                <a:tc>
                  <a:txBody>
                    <a:bodyPr/>
                    <a:lstStyle/>
                    <a:p>
                      <a:pPr algn="ctr"/>
                      <a:r>
                        <a:rPr lang="en-US" sz="1200" b="1" dirty="0">
                          <a:solidFill>
                            <a:schemeClr val="tx1"/>
                          </a:solidFill>
                        </a:rPr>
                        <a:t>N</a:t>
                      </a:r>
                      <a:endParaRPr lang="en-PH" sz="1200" b="1" dirty="0">
                        <a:solidFill>
                          <a:schemeClr val="tx1"/>
                        </a:solidFill>
                      </a:endParaRPr>
                    </a:p>
                  </a:txBody>
                  <a:tcPr/>
                </a:tc>
                <a:tc>
                  <a:txBody>
                    <a:bodyPr/>
                    <a:lstStyle/>
                    <a:p>
                      <a:pPr algn="ctr"/>
                      <a:r>
                        <a:rPr lang="en-US" sz="1200" b="1" dirty="0">
                          <a:solidFill>
                            <a:schemeClr val="tx1"/>
                          </a:solidFill>
                        </a:rPr>
                        <a:t>P(YES)</a:t>
                      </a:r>
                      <a:endParaRPr lang="en-PH" sz="1200" b="1"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P(NO)</a:t>
                      </a:r>
                      <a:endParaRPr lang="en-PH" sz="1200" b="1" dirty="0">
                        <a:solidFill>
                          <a:schemeClr val="tx1"/>
                        </a:solidFill>
                      </a:endParaRPr>
                    </a:p>
                    <a:p>
                      <a:pPr algn="ctr"/>
                      <a:endParaRPr lang="en-PH" sz="1200" b="1" dirty="0">
                        <a:solidFill>
                          <a:schemeClr val="tx1"/>
                        </a:solidFill>
                      </a:endParaRPr>
                    </a:p>
                  </a:txBody>
                  <a:tcPr/>
                </a:tc>
                <a:extLst>
                  <a:ext uri="{0D108BD9-81ED-4DB2-BD59-A6C34878D82A}">
                    <a16:rowId xmlns:a16="http://schemas.microsoft.com/office/drawing/2014/main" val="2925078004"/>
                  </a:ext>
                </a:extLst>
              </a:tr>
              <a:tr h="414045">
                <a:tc>
                  <a:txBody>
                    <a:bodyPr/>
                    <a:lstStyle/>
                    <a:p>
                      <a:pPr algn="ctr"/>
                      <a:r>
                        <a:rPr lang="en-US" sz="1200" b="1" dirty="0"/>
                        <a:t>SHORT</a:t>
                      </a:r>
                      <a:endParaRPr lang="en-PH" sz="1200" b="1" dirty="0"/>
                    </a:p>
                  </a:txBody>
                  <a:tcPr/>
                </a:tc>
                <a:tc>
                  <a:txBody>
                    <a:bodyPr/>
                    <a:lstStyle/>
                    <a:p>
                      <a:pPr algn="ctr"/>
                      <a:r>
                        <a:rPr lang="en-US" sz="1200" b="1" dirty="0"/>
                        <a:t>3</a:t>
                      </a:r>
                      <a:endParaRPr lang="en-PH" sz="1200" b="1" dirty="0"/>
                    </a:p>
                  </a:txBody>
                  <a:tcPr/>
                </a:tc>
                <a:tc>
                  <a:txBody>
                    <a:bodyPr/>
                    <a:lstStyle/>
                    <a:p>
                      <a:pPr algn="ctr"/>
                      <a:r>
                        <a:rPr lang="en-US" sz="1200" b="1" dirty="0"/>
                        <a:t>1</a:t>
                      </a:r>
                      <a:endParaRPr lang="en-PH" sz="1200" b="1" dirty="0"/>
                    </a:p>
                  </a:txBody>
                  <a:tcPr/>
                </a:tc>
                <a:tc>
                  <a:txBody>
                    <a:bodyPr/>
                    <a:lstStyle/>
                    <a:p>
                      <a:pPr algn="ctr"/>
                      <a:r>
                        <a:rPr lang="en-US" sz="1200" b="1" dirty="0"/>
                        <a:t>3/7</a:t>
                      </a:r>
                      <a:endParaRPr lang="en-PH" sz="1200" b="1" dirty="0"/>
                    </a:p>
                  </a:txBody>
                  <a:tcPr/>
                </a:tc>
                <a:tc>
                  <a:txBody>
                    <a:bodyPr/>
                    <a:lstStyle/>
                    <a:p>
                      <a:pPr algn="ctr"/>
                      <a:r>
                        <a:rPr lang="en-US" sz="1200" b="1" dirty="0"/>
                        <a:t>1/3</a:t>
                      </a:r>
                      <a:endParaRPr lang="en-PH" sz="1200" b="1" dirty="0"/>
                    </a:p>
                  </a:txBody>
                  <a:tcPr/>
                </a:tc>
                <a:extLst>
                  <a:ext uri="{0D108BD9-81ED-4DB2-BD59-A6C34878D82A}">
                    <a16:rowId xmlns:a16="http://schemas.microsoft.com/office/drawing/2014/main" val="1725094219"/>
                  </a:ext>
                </a:extLst>
              </a:tr>
              <a:tr h="414045">
                <a:tc>
                  <a:txBody>
                    <a:bodyPr/>
                    <a:lstStyle/>
                    <a:p>
                      <a:pPr algn="ctr"/>
                      <a:r>
                        <a:rPr lang="en-US" sz="1200" b="1" dirty="0"/>
                        <a:t>LONG</a:t>
                      </a:r>
                      <a:endParaRPr lang="en-PH" sz="1200" b="1" dirty="0"/>
                    </a:p>
                  </a:txBody>
                  <a:tcPr/>
                </a:tc>
                <a:tc>
                  <a:txBody>
                    <a:bodyPr/>
                    <a:lstStyle/>
                    <a:p>
                      <a:pPr algn="ctr"/>
                      <a:r>
                        <a:rPr lang="en-US" sz="1200" b="1" dirty="0"/>
                        <a:t>4</a:t>
                      </a:r>
                      <a:endParaRPr lang="en-PH" sz="1200" b="1" dirty="0"/>
                    </a:p>
                  </a:txBody>
                  <a:tcPr/>
                </a:tc>
                <a:tc>
                  <a:txBody>
                    <a:bodyPr/>
                    <a:lstStyle/>
                    <a:p>
                      <a:pPr algn="ctr"/>
                      <a:r>
                        <a:rPr lang="en-US" sz="1200" b="1" dirty="0"/>
                        <a:t>2</a:t>
                      </a:r>
                      <a:endParaRPr lang="en-PH" sz="1200" b="1" dirty="0"/>
                    </a:p>
                  </a:txBody>
                  <a:tcPr/>
                </a:tc>
                <a:tc>
                  <a:txBody>
                    <a:bodyPr/>
                    <a:lstStyle/>
                    <a:p>
                      <a:pPr algn="ctr"/>
                      <a:r>
                        <a:rPr lang="en-US" sz="1200" b="1" dirty="0"/>
                        <a:t>4/7</a:t>
                      </a:r>
                      <a:endParaRPr lang="en-PH" sz="1200" b="1" dirty="0"/>
                    </a:p>
                  </a:txBody>
                  <a:tcPr/>
                </a:tc>
                <a:tc>
                  <a:txBody>
                    <a:bodyPr/>
                    <a:lstStyle/>
                    <a:p>
                      <a:pPr algn="ctr"/>
                      <a:r>
                        <a:rPr lang="en-US" sz="1200" b="1" dirty="0"/>
                        <a:t>2/3</a:t>
                      </a:r>
                      <a:endParaRPr lang="en-PH" sz="1200" b="1" dirty="0"/>
                    </a:p>
                  </a:txBody>
                  <a:tcPr/>
                </a:tc>
                <a:extLst>
                  <a:ext uri="{0D108BD9-81ED-4DB2-BD59-A6C34878D82A}">
                    <a16:rowId xmlns:a16="http://schemas.microsoft.com/office/drawing/2014/main" val="3644006111"/>
                  </a:ext>
                </a:extLst>
              </a:tr>
              <a:tr h="414045">
                <a:tc>
                  <a:txBody>
                    <a:bodyPr/>
                    <a:lstStyle/>
                    <a:p>
                      <a:pPr algn="ctr"/>
                      <a:r>
                        <a:rPr lang="en-US" sz="1200" b="1" dirty="0">
                          <a:ln>
                            <a:noFill/>
                          </a:ln>
                        </a:rPr>
                        <a:t>TOTAL</a:t>
                      </a:r>
                      <a:endParaRPr lang="en-PH" sz="1200" b="1" dirty="0">
                        <a:ln>
                          <a:no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7</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3</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100%</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100%</a:t>
                      </a:r>
                      <a:endParaRPr lang="en-PH" sz="1200" b="1" dirty="0">
                        <a:ln>
                          <a:solidFill>
                            <a:sysClr val="windowText" lastClr="000000"/>
                          </a:solidFill>
                        </a:ln>
                      </a:endParaRPr>
                    </a:p>
                  </a:txBody>
                  <a:tcPr>
                    <a:solidFill>
                      <a:schemeClr val="accent4">
                        <a:lumMod val="60000"/>
                        <a:lumOff val="40000"/>
                      </a:schemeClr>
                    </a:solidFill>
                  </a:tcPr>
                </a:tc>
                <a:extLst>
                  <a:ext uri="{0D108BD9-81ED-4DB2-BD59-A6C34878D82A}">
                    <a16:rowId xmlns:a16="http://schemas.microsoft.com/office/drawing/2014/main" val="2966286508"/>
                  </a:ext>
                </a:extLst>
              </a:tr>
            </a:tbl>
          </a:graphicData>
        </a:graphic>
      </p:graphicFrame>
      <p:graphicFrame>
        <p:nvGraphicFramePr>
          <p:cNvPr id="13" name="Content Placeholder 5">
            <a:extLst>
              <a:ext uri="{FF2B5EF4-FFF2-40B4-BE49-F238E27FC236}">
                <a16:creationId xmlns:a16="http://schemas.microsoft.com/office/drawing/2014/main" id="{AB265BF0-83AA-AA23-A79F-428910509F04}"/>
              </a:ext>
            </a:extLst>
          </p:cNvPr>
          <p:cNvGraphicFramePr>
            <a:graphicFrameLocks/>
          </p:cNvGraphicFramePr>
          <p:nvPr>
            <p:extLst>
              <p:ext uri="{D42A27DB-BD31-4B8C-83A1-F6EECF244321}">
                <p14:modId xmlns:p14="http://schemas.microsoft.com/office/powerpoint/2010/main" val="3018893027"/>
              </p:ext>
            </p:extLst>
          </p:nvPr>
        </p:nvGraphicFramePr>
        <p:xfrm>
          <a:off x="7588084" y="4800600"/>
          <a:ext cx="4122137" cy="1752600"/>
        </p:xfrm>
        <a:graphic>
          <a:graphicData uri="http://schemas.openxmlformats.org/drawingml/2006/table">
            <a:tbl>
              <a:tblPr firstRow="1" bandRow="1">
                <a:tableStyleId>{93296810-A885-4BE3-A3E7-6D5BEEA58F35}</a:tableStyleId>
              </a:tblPr>
              <a:tblGrid>
                <a:gridCol w="1179271">
                  <a:extLst>
                    <a:ext uri="{9D8B030D-6E8A-4147-A177-3AD203B41FA5}">
                      <a16:colId xmlns:a16="http://schemas.microsoft.com/office/drawing/2014/main" val="556903800"/>
                    </a:ext>
                  </a:extLst>
                </a:gridCol>
                <a:gridCol w="662060">
                  <a:extLst>
                    <a:ext uri="{9D8B030D-6E8A-4147-A177-3AD203B41FA5}">
                      <a16:colId xmlns:a16="http://schemas.microsoft.com/office/drawing/2014/main" val="3464906805"/>
                    </a:ext>
                  </a:extLst>
                </a:gridCol>
                <a:gridCol w="662060">
                  <a:extLst>
                    <a:ext uri="{9D8B030D-6E8A-4147-A177-3AD203B41FA5}">
                      <a16:colId xmlns:a16="http://schemas.microsoft.com/office/drawing/2014/main" val="947163383"/>
                    </a:ext>
                  </a:extLst>
                </a:gridCol>
                <a:gridCol w="848158">
                  <a:extLst>
                    <a:ext uri="{9D8B030D-6E8A-4147-A177-3AD203B41FA5}">
                      <a16:colId xmlns:a16="http://schemas.microsoft.com/office/drawing/2014/main" val="2008287712"/>
                    </a:ext>
                  </a:extLst>
                </a:gridCol>
                <a:gridCol w="770588">
                  <a:extLst>
                    <a:ext uri="{9D8B030D-6E8A-4147-A177-3AD203B41FA5}">
                      <a16:colId xmlns:a16="http://schemas.microsoft.com/office/drawing/2014/main" val="1224021340"/>
                    </a:ext>
                  </a:extLst>
                </a:gridCol>
              </a:tblGrid>
              <a:tr h="0">
                <a:tc>
                  <a:txBody>
                    <a:bodyPr/>
                    <a:lstStyle/>
                    <a:p>
                      <a:pPr algn="ctr"/>
                      <a:r>
                        <a:rPr lang="en-US" dirty="0">
                          <a:solidFill>
                            <a:schemeClr val="tx1"/>
                          </a:solidFill>
                        </a:rPr>
                        <a:t>W/OUT FRIENDS</a:t>
                      </a:r>
                      <a:endParaRPr lang="en-PH" dirty="0">
                        <a:solidFill>
                          <a:schemeClr val="tx1"/>
                        </a:solidFill>
                      </a:endParaRPr>
                    </a:p>
                  </a:txBody>
                  <a:tcPr/>
                </a:tc>
                <a:tc>
                  <a:txBody>
                    <a:bodyPr/>
                    <a:lstStyle/>
                    <a:p>
                      <a:pPr algn="ctr"/>
                      <a:r>
                        <a:rPr lang="en-US" sz="1200" b="1" dirty="0">
                          <a:solidFill>
                            <a:schemeClr val="tx1"/>
                          </a:solidFill>
                        </a:rPr>
                        <a:t>Y</a:t>
                      </a:r>
                      <a:endParaRPr lang="en-PH" sz="1200" b="1" dirty="0">
                        <a:solidFill>
                          <a:schemeClr val="tx1"/>
                        </a:solidFill>
                      </a:endParaRPr>
                    </a:p>
                  </a:txBody>
                  <a:tcPr/>
                </a:tc>
                <a:tc>
                  <a:txBody>
                    <a:bodyPr/>
                    <a:lstStyle/>
                    <a:p>
                      <a:pPr algn="ctr"/>
                      <a:r>
                        <a:rPr lang="en-US" sz="1200" b="1" dirty="0">
                          <a:solidFill>
                            <a:schemeClr val="tx1"/>
                          </a:solidFill>
                        </a:rPr>
                        <a:t>N</a:t>
                      </a:r>
                      <a:endParaRPr lang="en-PH" sz="1200" b="1" dirty="0">
                        <a:solidFill>
                          <a:schemeClr val="tx1"/>
                        </a:solidFill>
                      </a:endParaRPr>
                    </a:p>
                  </a:txBody>
                  <a:tcPr/>
                </a:tc>
                <a:tc>
                  <a:txBody>
                    <a:bodyPr/>
                    <a:lstStyle/>
                    <a:p>
                      <a:pPr algn="ctr"/>
                      <a:r>
                        <a:rPr lang="en-US" sz="1200" b="1" dirty="0">
                          <a:solidFill>
                            <a:schemeClr val="tx1"/>
                          </a:solidFill>
                        </a:rPr>
                        <a:t>P(YES)</a:t>
                      </a:r>
                      <a:endParaRPr lang="en-PH" sz="1200" b="1"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P(NO)</a:t>
                      </a:r>
                      <a:endParaRPr lang="en-PH" sz="1200" b="1" dirty="0">
                        <a:solidFill>
                          <a:schemeClr val="tx1"/>
                        </a:solidFill>
                      </a:endParaRPr>
                    </a:p>
                    <a:p>
                      <a:pPr algn="ctr"/>
                      <a:endParaRPr lang="en-PH" sz="1200" b="1" dirty="0">
                        <a:solidFill>
                          <a:schemeClr val="tx1"/>
                        </a:solidFill>
                      </a:endParaRPr>
                    </a:p>
                  </a:txBody>
                  <a:tcPr/>
                </a:tc>
                <a:extLst>
                  <a:ext uri="{0D108BD9-81ED-4DB2-BD59-A6C34878D82A}">
                    <a16:rowId xmlns:a16="http://schemas.microsoft.com/office/drawing/2014/main" val="2925078004"/>
                  </a:ext>
                </a:extLst>
              </a:tr>
              <a:tr h="370840">
                <a:tc>
                  <a:txBody>
                    <a:bodyPr/>
                    <a:lstStyle/>
                    <a:p>
                      <a:pPr algn="ctr"/>
                      <a:r>
                        <a:rPr lang="en-US" sz="1200" b="1" dirty="0"/>
                        <a:t>WITH</a:t>
                      </a:r>
                      <a:endParaRPr lang="en-PH" sz="1200" b="1" dirty="0"/>
                    </a:p>
                  </a:txBody>
                  <a:tcPr/>
                </a:tc>
                <a:tc>
                  <a:txBody>
                    <a:bodyPr/>
                    <a:lstStyle/>
                    <a:p>
                      <a:pPr algn="ctr"/>
                      <a:r>
                        <a:rPr lang="en-US" sz="1200" b="1" dirty="0"/>
                        <a:t>2</a:t>
                      </a:r>
                      <a:endParaRPr lang="en-PH" sz="1200" b="1" dirty="0"/>
                    </a:p>
                  </a:txBody>
                  <a:tcPr/>
                </a:tc>
                <a:tc>
                  <a:txBody>
                    <a:bodyPr/>
                    <a:lstStyle/>
                    <a:p>
                      <a:pPr algn="ctr"/>
                      <a:r>
                        <a:rPr lang="en-US" sz="1200" b="1"/>
                        <a:t>1</a:t>
                      </a:r>
                      <a:endParaRPr lang="en-PH" sz="1200" b="1" dirty="0"/>
                    </a:p>
                  </a:txBody>
                  <a:tcPr/>
                </a:tc>
                <a:tc>
                  <a:txBody>
                    <a:bodyPr/>
                    <a:lstStyle/>
                    <a:p>
                      <a:pPr algn="ctr"/>
                      <a:r>
                        <a:rPr lang="en-US" sz="1200" b="1" dirty="0"/>
                        <a:t>2/7</a:t>
                      </a:r>
                      <a:endParaRPr lang="en-PH" sz="1200" b="1" dirty="0"/>
                    </a:p>
                  </a:txBody>
                  <a:tcPr/>
                </a:tc>
                <a:tc>
                  <a:txBody>
                    <a:bodyPr/>
                    <a:lstStyle/>
                    <a:p>
                      <a:pPr algn="ctr"/>
                      <a:r>
                        <a:rPr lang="en-US" sz="1200" b="1" dirty="0"/>
                        <a:t>1/3</a:t>
                      </a:r>
                      <a:endParaRPr lang="en-PH" sz="1200" b="1" dirty="0"/>
                    </a:p>
                  </a:txBody>
                  <a:tcPr/>
                </a:tc>
                <a:extLst>
                  <a:ext uri="{0D108BD9-81ED-4DB2-BD59-A6C34878D82A}">
                    <a16:rowId xmlns:a16="http://schemas.microsoft.com/office/drawing/2014/main" val="1725094219"/>
                  </a:ext>
                </a:extLst>
              </a:tr>
              <a:tr h="370840">
                <a:tc>
                  <a:txBody>
                    <a:bodyPr/>
                    <a:lstStyle/>
                    <a:p>
                      <a:pPr algn="ctr"/>
                      <a:r>
                        <a:rPr lang="en-US" sz="1200" b="1" dirty="0"/>
                        <a:t>WITHOUT</a:t>
                      </a:r>
                      <a:endParaRPr lang="en-PH" sz="1200" b="1" dirty="0"/>
                    </a:p>
                  </a:txBody>
                  <a:tcPr/>
                </a:tc>
                <a:tc>
                  <a:txBody>
                    <a:bodyPr/>
                    <a:lstStyle/>
                    <a:p>
                      <a:pPr algn="ctr"/>
                      <a:r>
                        <a:rPr lang="en-US" sz="1200" b="1" dirty="0"/>
                        <a:t>5</a:t>
                      </a:r>
                      <a:endParaRPr lang="en-PH" sz="1200" b="1" dirty="0"/>
                    </a:p>
                  </a:txBody>
                  <a:tcPr/>
                </a:tc>
                <a:tc>
                  <a:txBody>
                    <a:bodyPr/>
                    <a:lstStyle/>
                    <a:p>
                      <a:pPr algn="ctr"/>
                      <a:r>
                        <a:rPr lang="en-US" sz="1200" b="1" dirty="0"/>
                        <a:t>2</a:t>
                      </a:r>
                      <a:endParaRPr lang="en-PH" sz="1200" b="1" dirty="0"/>
                    </a:p>
                  </a:txBody>
                  <a:tcPr/>
                </a:tc>
                <a:tc>
                  <a:txBody>
                    <a:bodyPr/>
                    <a:lstStyle/>
                    <a:p>
                      <a:pPr algn="ctr"/>
                      <a:r>
                        <a:rPr lang="en-US" sz="1200" b="1" dirty="0"/>
                        <a:t>5/7</a:t>
                      </a:r>
                      <a:endParaRPr lang="en-PH" sz="1200" b="1" dirty="0"/>
                    </a:p>
                  </a:txBody>
                  <a:tcPr/>
                </a:tc>
                <a:tc>
                  <a:txBody>
                    <a:bodyPr/>
                    <a:lstStyle/>
                    <a:p>
                      <a:pPr algn="ctr"/>
                      <a:r>
                        <a:rPr lang="en-US" sz="1200" b="1" dirty="0"/>
                        <a:t>2/3</a:t>
                      </a:r>
                      <a:endParaRPr lang="en-PH" sz="1200" b="1" dirty="0"/>
                    </a:p>
                  </a:txBody>
                  <a:tcPr/>
                </a:tc>
                <a:extLst>
                  <a:ext uri="{0D108BD9-81ED-4DB2-BD59-A6C34878D82A}">
                    <a16:rowId xmlns:a16="http://schemas.microsoft.com/office/drawing/2014/main" val="3644006111"/>
                  </a:ext>
                </a:extLst>
              </a:tr>
              <a:tr h="370840">
                <a:tc>
                  <a:txBody>
                    <a:bodyPr/>
                    <a:lstStyle/>
                    <a:p>
                      <a:pPr algn="ctr"/>
                      <a:r>
                        <a:rPr lang="en-US" sz="1200" b="1" dirty="0">
                          <a:ln>
                            <a:noFill/>
                          </a:ln>
                        </a:rPr>
                        <a:t>TOTAL</a:t>
                      </a:r>
                      <a:endParaRPr lang="en-PH" sz="1200" b="1" dirty="0">
                        <a:ln>
                          <a:no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7</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3</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100%</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100%</a:t>
                      </a:r>
                      <a:endParaRPr lang="en-PH" sz="1200" b="1" dirty="0">
                        <a:ln>
                          <a:solidFill>
                            <a:sysClr val="windowText" lastClr="000000"/>
                          </a:solidFill>
                        </a:ln>
                      </a:endParaRPr>
                    </a:p>
                  </a:txBody>
                  <a:tcPr>
                    <a:solidFill>
                      <a:schemeClr val="accent4">
                        <a:lumMod val="60000"/>
                        <a:lumOff val="40000"/>
                      </a:schemeClr>
                    </a:solidFill>
                  </a:tcPr>
                </a:tc>
                <a:extLst>
                  <a:ext uri="{0D108BD9-81ED-4DB2-BD59-A6C34878D82A}">
                    <a16:rowId xmlns:a16="http://schemas.microsoft.com/office/drawing/2014/main" val="2966286508"/>
                  </a:ext>
                </a:extLst>
              </a:tr>
            </a:tbl>
          </a:graphicData>
        </a:graphic>
      </p:graphicFrame>
      <p:graphicFrame>
        <p:nvGraphicFramePr>
          <p:cNvPr id="14" name="Content Placeholder 5">
            <a:extLst>
              <a:ext uri="{FF2B5EF4-FFF2-40B4-BE49-F238E27FC236}">
                <a16:creationId xmlns:a16="http://schemas.microsoft.com/office/drawing/2014/main" id="{0AF807FD-846A-44C2-6234-BEE4EC6A0C43}"/>
              </a:ext>
            </a:extLst>
          </p:cNvPr>
          <p:cNvGraphicFramePr>
            <a:graphicFrameLocks/>
          </p:cNvGraphicFramePr>
          <p:nvPr>
            <p:extLst>
              <p:ext uri="{D42A27DB-BD31-4B8C-83A1-F6EECF244321}">
                <p14:modId xmlns:p14="http://schemas.microsoft.com/office/powerpoint/2010/main" val="1015839020"/>
              </p:ext>
            </p:extLst>
          </p:nvPr>
        </p:nvGraphicFramePr>
        <p:xfrm>
          <a:off x="4385185" y="2879323"/>
          <a:ext cx="3212712" cy="1752600"/>
        </p:xfrm>
        <a:graphic>
          <a:graphicData uri="http://schemas.openxmlformats.org/drawingml/2006/table">
            <a:tbl>
              <a:tblPr firstRow="1" bandRow="1">
                <a:tableStyleId>{93296810-A885-4BE3-A3E7-6D5BEEA58F35}</a:tableStyleId>
              </a:tblPr>
              <a:tblGrid>
                <a:gridCol w="833261">
                  <a:extLst>
                    <a:ext uri="{9D8B030D-6E8A-4147-A177-3AD203B41FA5}">
                      <a16:colId xmlns:a16="http://schemas.microsoft.com/office/drawing/2014/main" val="556903800"/>
                    </a:ext>
                  </a:extLst>
                </a:gridCol>
                <a:gridCol w="690694">
                  <a:extLst>
                    <a:ext uri="{9D8B030D-6E8A-4147-A177-3AD203B41FA5}">
                      <a16:colId xmlns:a16="http://schemas.microsoft.com/office/drawing/2014/main" val="947163383"/>
                    </a:ext>
                  </a:extLst>
                </a:gridCol>
                <a:gridCol w="1688757">
                  <a:extLst>
                    <a:ext uri="{9D8B030D-6E8A-4147-A177-3AD203B41FA5}">
                      <a16:colId xmlns:a16="http://schemas.microsoft.com/office/drawing/2014/main" val="2008287712"/>
                    </a:ext>
                  </a:extLst>
                </a:gridCol>
              </a:tblGrid>
              <a:tr h="0">
                <a:tc gridSpan="2">
                  <a:txBody>
                    <a:bodyPr/>
                    <a:lstStyle/>
                    <a:p>
                      <a:pPr algn="ctr"/>
                      <a:r>
                        <a:rPr lang="en-US" sz="1800" b="1" dirty="0">
                          <a:solidFill>
                            <a:schemeClr val="tx1"/>
                          </a:solidFill>
                        </a:rPr>
                        <a:t>WATCH MOVIE</a:t>
                      </a:r>
                      <a:endParaRPr lang="en-PH" sz="1800" b="1" dirty="0">
                        <a:solidFill>
                          <a:schemeClr val="tx1"/>
                        </a:solidFill>
                      </a:endParaRPr>
                    </a:p>
                  </a:txBody>
                  <a:tcPr/>
                </a:tc>
                <a:tc hMerge="1">
                  <a:txBody>
                    <a:bodyPr/>
                    <a:lstStyle/>
                    <a:p>
                      <a:pPr algn="ctr"/>
                      <a:endParaRPr lang="en-PH" sz="1200" b="1" dirty="0">
                        <a:solidFill>
                          <a:schemeClr val="tx1"/>
                        </a:solidFill>
                      </a:endParaRPr>
                    </a:p>
                  </a:txBody>
                  <a:tcPr/>
                </a:tc>
                <a:tc>
                  <a:txBody>
                    <a:bodyPr/>
                    <a:lstStyle/>
                    <a:p>
                      <a:pPr algn="ctr"/>
                      <a:r>
                        <a:rPr lang="en-US" sz="1600" b="1" dirty="0">
                          <a:solidFill>
                            <a:schemeClr val="tx1"/>
                          </a:solidFill>
                        </a:rPr>
                        <a:t>P(YES)P(NO)</a:t>
                      </a:r>
                      <a:endParaRPr lang="en-PH" sz="1600" b="1" dirty="0">
                        <a:solidFill>
                          <a:schemeClr val="tx1"/>
                        </a:solidFill>
                      </a:endParaRPr>
                    </a:p>
                    <a:p>
                      <a:pPr algn="ctr"/>
                      <a:endParaRPr lang="en-PH" sz="1400" b="1" dirty="0">
                        <a:solidFill>
                          <a:schemeClr val="tx1"/>
                        </a:solidFill>
                      </a:endParaRPr>
                    </a:p>
                  </a:txBody>
                  <a:tcPr/>
                </a:tc>
                <a:extLst>
                  <a:ext uri="{0D108BD9-81ED-4DB2-BD59-A6C34878D82A}">
                    <a16:rowId xmlns:a16="http://schemas.microsoft.com/office/drawing/2014/main" val="2925078004"/>
                  </a:ext>
                </a:extLst>
              </a:tr>
              <a:tr h="370840">
                <a:tc>
                  <a:txBody>
                    <a:bodyPr/>
                    <a:lstStyle/>
                    <a:p>
                      <a:pPr algn="ctr"/>
                      <a:r>
                        <a:rPr lang="en-US" sz="1200" b="1" dirty="0"/>
                        <a:t>YES</a:t>
                      </a:r>
                      <a:endParaRPr lang="en-PH" sz="1200" b="1" dirty="0"/>
                    </a:p>
                  </a:txBody>
                  <a:tcPr/>
                </a:tc>
                <a:tc>
                  <a:txBody>
                    <a:bodyPr/>
                    <a:lstStyle/>
                    <a:p>
                      <a:pPr algn="ctr"/>
                      <a:r>
                        <a:rPr lang="en-US" sz="1200" b="1" dirty="0"/>
                        <a:t>7</a:t>
                      </a:r>
                      <a:endParaRPr lang="en-PH" sz="1200" b="1" dirty="0"/>
                    </a:p>
                  </a:txBody>
                  <a:tcPr/>
                </a:tc>
                <a:tc>
                  <a:txBody>
                    <a:bodyPr/>
                    <a:lstStyle/>
                    <a:p>
                      <a:pPr algn="ctr"/>
                      <a:r>
                        <a:rPr lang="en-US" sz="1200" b="1" dirty="0"/>
                        <a:t>7/10</a:t>
                      </a:r>
                      <a:endParaRPr lang="en-PH" sz="1200" b="1" dirty="0"/>
                    </a:p>
                  </a:txBody>
                  <a:tcPr/>
                </a:tc>
                <a:extLst>
                  <a:ext uri="{0D108BD9-81ED-4DB2-BD59-A6C34878D82A}">
                    <a16:rowId xmlns:a16="http://schemas.microsoft.com/office/drawing/2014/main" val="1725094219"/>
                  </a:ext>
                </a:extLst>
              </a:tr>
              <a:tr h="370840">
                <a:tc>
                  <a:txBody>
                    <a:bodyPr/>
                    <a:lstStyle/>
                    <a:p>
                      <a:pPr algn="ctr"/>
                      <a:r>
                        <a:rPr lang="en-US" sz="1200" b="1" dirty="0"/>
                        <a:t>NO</a:t>
                      </a:r>
                      <a:endParaRPr lang="en-PH" sz="1200" b="1" dirty="0"/>
                    </a:p>
                  </a:txBody>
                  <a:tcPr/>
                </a:tc>
                <a:tc>
                  <a:txBody>
                    <a:bodyPr/>
                    <a:lstStyle/>
                    <a:p>
                      <a:pPr algn="ctr"/>
                      <a:r>
                        <a:rPr lang="en-US" sz="1200" b="1" dirty="0"/>
                        <a:t>3</a:t>
                      </a:r>
                      <a:endParaRPr lang="en-PH" sz="1200" b="1" dirty="0"/>
                    </a:p>
                  </a:txBody>
                  <a:tcPr/>
                </a:tc>
                <a:tc>
                  <a:txBody>
                    <a:bodyPr/>
                    <a:lstStyle/>
                    <a:p>
                      <a:pPr algn="ctr"/>
                      <a:r>
                        <a:rPr lang="en-US" sz="1200" b="1" dirty="0"/>
                        <a:t>3/10</a:t>
                      </a:r>
                      <a:endParaRPr lang="en-PH" sz="1200" b="1" dirty="0"/>
                    </a:p>
                  </a:txBody>
                  <a:tcPr/>
                </a:tc>
                <a:extLst>
                  <a:ext uri="{0D108BD9-81ED-4DB2-BD59-A6C34878D82A}">
                    <a16:rowId xmlns:a16="http://schemas.microsoft.com/office/drawing/2014/main" val="3644006111"/>
                  </a:ext>
                </a:extLst>
              </a:tr>
              <a:tr h="370840">
                <a:tc>
                  <a:txBody>
                    <a:bodyPr/>
                    <a:lstStyle/>
                    <a:p>
                      <a:pPr algn="ctr"/>
                      <a:r>
                        <a:rPr lang="en-US" sz="1200" b="1" dirty="0">
                          <a:ln>
                            <a:noFill/>
                          </a:ln>
                        </a:rPr>
                        <a:t>TOTAL</a:t>
                      </a:r>
                      <a:endParaRPr lang="en-PH" sz="1200" b="1" dirty="0">
                        <a:ln>
                          <a:no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10</a:t>
                      </a:r>
                      <a:endParaRPr lang="en-PH" sz="1200" b="1" dirty="0">
                        <a:ln>
                          <a:solidFill>
                            <a:sysClr val="windowText" lastClr="000000"/>
                          </a:solidFill>
                        </a:ln>
                      </a:endParaRPr>
                    </a:p>
                  </a:txBody>
                  <a:tcPr>
                    <a:solidFill>
                      <a:schemeClr val="accent4">
                        <a:lumMod val="60000"/>
                        <a:lumOff val="40000"/>
                      </a:schemeClr>
                    </a:solidFill>
                  </a:tcPr>
                </a:tc>
                <a:tc>
                  <a:txBody>
                    <a:bodyPr/>
                    <a:lstStyle/>
                    <a:p>
                      <a:pPr algn="ctr"/>
                      <a:r>
                        <a:rPr lang="en-US" sz="1200" b="1" dirty="0">
                          <a:ln>
                            <a:solidFill>
                              <a:sysClr val="windowText" lastClr="000000"/>
                            </a:solidFill>
                          </a:ln>
                        </a:rPr>
                        <a:t>100%</a:t>
                      </a:r>
                      <a:endParaRPr lang="en-PH" sz="1200" b="1" dirty="0">
                        <a:ln>
                          <a:solidFill>
                            <a:sysClr val="windowText" lastClr="000000"/>
                          </a:solidFill>
                        </a:ln>
                      </a:endParaRPr>
                    </a:p>
                  </a:txBody>
                  <a:tcPr>
                    <a:solidFill>
                      <a:schemeClr val="accent4">
                        <a:lumMod val="60000"/>
                        <a:lumOff val="40000"/>
                      </a:schemeClr>
                    </a:solidFill>
                  </a:tcPr>
                </a:tc>
                <a:extLst>
                  <a:ext uri="{0D108BD9-81ED-4DB2-BD59-A6C34878D82A}">
                    <a16:rowId xmlns:a16="http://schemas.microsoft.com/office/drawing/2014/main" val="2966286508"/>
                  </a:ext>
                </a:extLst>
              </a:tr>
            </a:tbl>
          </a:graphicData>
        </a:graphic>
      </p:graphicFrame>
    </p:spTree>
    <p:extLst>
      <p:ext uri="{BB962C8B-B14F-4D97-AF65-F5344CB8AC3E}">
        <p14:creationId xmlns:p14="http://schemas.microsoft.com/office/powerpoint/2010/main" val="490797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EB0AE0-4C02-1987-8C6E-95EBDBFFB6C0}"/>
              </a:ext>
            </a:extLst>
          </p:cNvPr>
          <p:cNvSpPr/>
          <p:nvPr/>
        </p:nvSpPr>
        <p:spPr>
          <a:xfrm>
            <a:off x="0" y="1268360"/>
            <a:ext cx="12192000" cy="5589639"/>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2" name="Title 1">
            <a:extLst>
              <a:ext uri="{FF2B5EF4-FFF2-40B4-BE49-F238E27FC236}">
                <a16:creationId xmlns:a16="http://schemas.microsoft.com/office/drawing/2014/main" id="{20FA7416-45D2-78E1-DB51-782D4563E7F7}"/>
              </a:ext>
            </a:extLst>
          </p:cNvPr>
          <p:cNvSpPr>
            <a:spLocks noGrp="1"/>
          </p:cNvSpPr>
          <p:nvPr>
            <p:ph type="title"/>
          </p:nvPr>
        </p:nvSpPr>
        <p:spPr>
          <a:xfrm>
            <a:off x="838200" y="365126"/>
            <a:ext cx="10515600" cy="779464"/>
          </a:xfrm>
        </p:spPr>
        <p:txBody>
          <a:bodyPr>
            <a:noAutofit/>
          </a:bodyPr>
          <a:lstStyle/>
          <a:p>
            <a:pPr marL="457200" indent="-457200">
              <a:buFont typeface="Arial" panose="020B0604020202020204" pitchFamily="34" charset="0"/>
              <a:buChar char="•"/>
            </a:pPr>
            <a:r>
              <a:rPr lang="en-US" sz="2800" b="1" dirty="0"/>
              <a:t>Will a person watch a movie given the following conditions: Genre = Horror, Runtime = Long, With Friends = Yes, and Mood = Happy.</a:t>
            </a:r>
            <a:endParaRPr lang="en-PH" sz="2800" b="1" dirty="0"/>
          </a:p>
        </p:txBody>
      </p:sp>
      <p:sp>
        <p:nvSpPr>
          <p:cNvPr id="3" name="Content Placeholder 2">
            <a:extLst>
              <a:ext uri="{FF2B5EF4-FFF2-40B4-BE49-F238E27FC236}">
                <a16:creationId xmlns:a16="http://schemas.microsoft.com/office/drawing/2014/main" id="{AEEFC419-120B-BF51-E619-7A54E8AC574A}"/>
              </a:ext>
            </a:extLst>
          </p:cNvPr>
          <p:cNvSpPr>
            <a:spLocks noGrp="1"/>
          </p:cNvSpPr>
          <p:nvPr>
            <p:ph idx="1"/>
          </p:nvPr>
        </p:nvSpPr>
        <p:spPr>
          <a:xfrm>
            <a:off x="161793" y="1509716"/>
            <a:ext cx="3458229" cy="3657270"/>
          </a:xfrm>
        </p:spPr>
        <p:txBody>
          <a:bodyPr>
            <a:normAutofit/>
          </a:bodyPr>
          <a:lstStyle/>
          <a:p>
            <a:r>
              <a:rPr lang="en-US" sz="2000" dirty="0">
                <a:highlight>
                  <a:srgbClr val="00FF00"/>
                </a:highlight>
              </a:rPr>
              <a:t>GENRE = Horror</a:t>
            </a:r>
          </a:p>
          <a:p>
            <a:r>
              <a:rPr lang="en-US" sz="2000" dirty="0">
                <a:highlight>
                  <a:srgbClr val="00FF00"/>
                </a:highlight>
              </a:rPr>
              <a:t>RUNTIME = Long</a:t>
            </a:r>
          </a:p>
          <a:p>
            <a:r>
              <a:rPr lang="en-US" sz="2000" dirty="0">
                <a:highlight>
                  <a:srgbClr val="00FF00"/>
                </a:highlight>
              </a:rPr>
              <a:t>W/OUT FRIENDS = WITHOUT</a:t>
            </a:r>
          </a:p>
          <a:p>
            <a:r>
              <a:rPr lang="en-US" sz="2000" dirty="0">
                <a:highlight>
                  <a:srgbClr val="00FF00"/>
                </a:highlight>
              </a:rPr>
              <a:t>MOOD = Tired</a:t>
            </a:r>
            <a:endParaRPr lang="en-PH" sz="2000" dirty="0">
              <a:highlight>
                <a:srgbClr val="00FF00"/>
              </a:highlight>
            </a:endParaRPr>
          </a:p>
        </p:txBody>
      </p:sp>
      <p:sp>
        <p:nvSpPr>
          <p:cNvPr id="6" name="TextBox 5">
            <a:extLst>
              <a:ext uri="{FF2B5EF4-FFF2-40B4-BE49-F238E27FC236}">
                <a16:creationId xmlns:a16="http://schemas.microsoft.com/office/drawing/2014/main" id="{C5C4BFA4-11E1-FB46-0F0B-C2F4D7C84442}"/>
              </a:ext>
            </a:extLst>
          </p:cNvPr>
          <p:cNvSpPr txBox="1"/>
          <p:nvPr/>
        </p:nvSpPr>
        <p:spPr>
          <a:xfrm>
            <a:off x="0" y="0"/>
            <a:ext cx="3620022" cy="461665"/>
          </a:xfrm>
          <a:prstGeom prst="rect">
            <a:avLst/>
          </a:prstGeom>
          <a:noFill/>
        </p:spPr>
        <p:txBody>
          <a:bodyPr wrap="square" rtlCol="0">
            <a:spAutoFit/>
          </a:bodyPr>
          <a:lstStyle/>
          <a:p>
            <a:r>
              <a:rPr lang="en-US" sz="2400" b="1" dirty="0"/>
              <a:t>PROBLEM:</a:t>
            </a:r>
            <a:endParaRPr lang="en-PH" sz="2400" b="1"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355EFF-7B70-FD89-E129-1DDD8DB1F1C2}"/>
                  </a:ext>
                </a:extLst>
              </p:cNvPr>
              <p:cNvSpPr txBox="1"/>
              <p:nvPr/>
            </p:nvSpPr>
            <p:spPr>
              <a:xfrm>
                <a:off x="3369501" y="1691014"/>
                <a:ext cx="8141918" cy="52463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PH" sz="2800" b="1" i="1" smtClean="0">
                          <a:latin typeface="Cambria Math" panose="02040503050406030204" pitchFamily="18" charset="0"/>
                        </a:rPr>
                        <m:t>𝑷</m:t>
                      </m:r>
                      <m:d>
                        <m:dPr>
                          <m:ctrlPr>
                            <a:rPr lang="en-PH" sz="2800" b="1" i="1" smtClean="0">
                              <a:latin typeface="Cambria Math" panose="02040503050406030204" pitchFamily="18" charset="0"/>
                            </a:rPr>
                          </m:ctrlPr>
                        </m:dPr>
                        <m:e>
                          <m:d>
                            <m:dPr>
                              <m:begChr m:val=""/>
                              <m:endChr m:val="|"/>
                              <m:ctrlPr>
                                <a:rPr lang="en-PH" sz="2800" b="1" i="1" smtClean="0">
                                  <a:latin typeface="Cambria Math" panose="02040503050406030204" pitchFamily="18" charset="0"/>
                                </a:rPr>
                              </m:ctrlPr>
                            </m:dPr>
                            <m:e>
                              <m:r>
                                <a:rPr lang="en-PH" sz="2800" b="1" i="1" smtClean="0">
                                  <a:latin typeface="Cambria Math" panose="02040503050406030204" pitchFamily="18" charset="0"/>
                                </a:rPr>
                                <m:t>𝒀</m:t>
                              </m:r>
                            </m:e>
                          </m:d>
                          <m:sSub>
                            <m:sSubPr>
                              <m:ctrlPr>
                                <a:rPr lang="en-PH" sz="2800" b="1" i="1" smtClean="0">
                                  <a:latin typeface="Cambria Math" panose="02040503050406030204" pitchFamily="18" charset="0"/>
                                </a:rPr>
                              </m:ctrlPr>
                            </m:sSubPr>
                            <m:e>
                              <m:r>
                                <a:rPr lang="en-PH" sz="2800" b="1" i="1" smtClean="0">
                                  <a:latin typeface="Cambria Math" panose="02040503050406030204" pitchFamily="18" charset="0"/>
                                </a:rPr>
                                <m:t>𝑿</m:t>
                              </m:r>
                            </m:e>
                            <m:sub>
                              <m:r>
                                <a:rPr lang="en-PH" sz="2800" b="1" i="1" smtClean="0">
                                  <a:latin typeface="Cambria Math" panose="02040503050406030204" pitchFamily="18" charset="0"/>
                                </a:rPr>
                                <m:t>𝟏</m:t>
                              </m:r>
                            </m:sub>
                          </m:sSub>
                          <m:r>
                            <a:rPr lang="en-PH" sz="2800" b="1" i="1" smtClean="0">
                              <a:latin typeface="Cambria Math" panose="02040503050406030204" pitchFamily="18" charset="0"/>
                            </a:rPr>
                            <m:t>,…,</m:t>
                          </m:r>
                          <m:sSub>
                            <m:sSubPr>
                              <m:ctrlPr>
                                <a:rPr lang="en-PH" sz="2800" b="1" i="1" smtClean="0">
                                  <a:latin typeface="Cambria Math" panose="02040503050406030204" pitchFamily="18" charset="0"/>
                                </a:rPr>
                              </m:ctrlPr>
                            </m:sSubPr>
                            <m:e>
                              <m:r>
                                <a:rPr lang="en-PH" sz="2800" b="1" i="1" smtClean="0">
                                  <a:latin typeface="Cambria Math" panose="02040503050406030204" pitchFamily="18" charset="0"/>
                                </a:rPr>
                                <m:t>𝑿</m:t>
                              </m:r>
                            </m:e>
                            <m:sub>
                              <m:r>
                                <a:rPr lang="en-PH" sz="2800" b="1" i="1" smtClean="0">
                                  <a:latin typeface="Cambria Math" panose="02040503050406030204" pitchFamily="18" charset="0"/>
                                </a:rPr>
                                <m:t>𝒏</m:t>
                              </m:r>
                            </m:sub>
                          </m:sSub>
                        </m:e>
                      </m:d>
                      <m:r>
                        <a:rPr lang="en-PH" sz="2800" b="1" i="1" smtClean="0">
                          <a:latin typeface="Cambria Math" panose="02040503050406030204" pitchFamily="18" charset="0"/>
                        </a:rPr>
                        <m:t>=</m:t>
                      </m:r>
                      <m:r>
                        <a:rPr lang="en-PH" sz="2800" b="1" i="1" smtClean="0">
                          <a:latin typeface="Cambria Math" panose="02040503050406030204" pitchFamily="18" charset="0"/>
                        </a:rPr>
                        <m:t>𝑷</m:t>
                      </m:r>
                      <m:r>
                        <a:rPr lang="en-US" sz="2800" b="1" i="1" smtClean="0">
                          <a:latin typeface="Cambria Math" panose="02040503050406030204" pitchFamily="18" charset="0"/>
                        </a:rPr>
                        <m:t>(</m:t>
                      </m:r>
                      <m:r>
                        <a:rPr lang="en-US" sz="2800" b="1" i="1" smtClean="0">
                          <a:latin typeface="Cambria Math" panose="02040503050406030204" pitchFamily="18" charset="0"/>
                        </a:rPr>
                        <m:t>𝒀</m:t>
                      </m:r>
                      <m:r>
                        <a:rPr lang="en-US" sz="2800" b="1" i="1" smtClean="0">
                          <a:latin typeface="Cambria Math" panose="02040503050406030204" pitchFamily="18" charset="0"/>
                        </a:rPr>
                        <m:t>)</m:t>
                      </m:r>
                      <m:sSubSup>
                        <m:sSubSupPr>
                          <m:ctrlPr>
                            <a:rPr lang="en-PH" sz="2800" b="1" i="1" smtClean="0">
                              <a:latin typeface="Cambria Math" panose="02040503050406030204" pitchFamily="18" charset="0"/>
                            </a:rPr>
                          </m:ctrlPr>
                        </m:sSubSupPr>
                        <m:e>
                          <m:r>
                            <a:rPr lang="en-PH" sz="2800" b="1" i="1" smtClean="0">
                              <a:latin typeface="Cambria Math" panose="02040503050406030204" pitchFamily="18" charset="0"/>
                            </a:rPr>
                            <m:t>𝜫</m:t>
                          </m:r>
                        </m:e>
                        <m:sub>
                          <m:r>
                            <a:rPr lang="en-PH" sz="2800" b="1" i="1" smtClean="0">
                              <a:latin typeface="Cambria Math" panose="02040503050406030204" pitchFamily="18" charset="0"/>
                            </a:rPr>
                            <m:t>ⅈ=</m:t>
                          </m:r>
                          <m:r>
                            <a:rPr lang="en-PH" sz="2800" b="1" i="1" smtClean="0">
                              <a:latin typeface="Cambria Math" panose="02040503050406030204" pitchFamily="18" charset="0"/>
                            </a:rPr>
                            <m:t>𝟏</m:t>
                          </m:r>
                        </m:sub>
                        <m:sup>
                          <m:r>
                            <a:rPr lang="en-PH" sz="2800" b="1" i="1" smtClean="0">
                              <a:latin typeface="Cambria Math" panose="02040503050406030204" pitchFamily="18" charset="0"/>
                            </a:rPr>
                            <m:t>𝒏</m:t>
                          </m:r>
                        </m:sup>
                      </m:sSubSup>
                      <m:r>
                        <a:rPr lang="en-US" sz="2800" b="1" i="1" smtClean="0">
                          <a:latin typeface="Cambria Math" panose="02040503050406030204" pitchFamily="18" charset="0"/>
                        </a:rPr>
                        <m:t>𝑷</m:t>
                      </m:r>
                      <m:d>
                        <m:dPr>
                          <m:ctrlPr>
                            <a:rPr lang="en-PH" sz="2800" b="1" i="1" smtClean="0">
                              <a:latin typeface="Cambria Math" panose="02040503050406030204" pitchFamily="18" charset="0"/>
                            </a:rPr>
                          </m:ctrlPr>
                        </m:dPr>
                        <m:e>
                          <m:d>
                            <m:dPr>
                              <m:begChr m:val=""/>
                              <m:endChr m:val="|"/>
                              <m:ctrlPr>
                                <a:rPr lang="en-PH" sz="2800" b="1" i="1" smtClean="0">
                                  <a:latin typeface="Cambria Math" panose="02040503050406030204" pitchFamily="18" charset="0"/>
                                </a:rPr>
                              </m:ctrlPr>
                            </m:dPr>
                            <m:e>
                              <m:sSub>
                                <m:sSubPr>
                                  <m:ctrlPr>
                                    <a:rPr lang="en-PH" sz="2800" b="1" i="1" smtClean="0">
                                      <a:latin typeface="Cambria Math" panose="02040503050406030204" pitchFamily="18" charset="0"/>
                                    </a:rPr>
                                  </m:ctrlPr>
                                </m:sSubPr>
                                <m:e>
                                  <m:r>
                                    <a:rPr lang="en-PH" sz="2800" b="1" i="1" smtClean="0">
                                      <a:latin typeface="Cambria Math" panose="02040503050406030204" pitchFamily="18" charset="0"/>
                                    </a:rPr>
                                    <m:t>𝑿</m:t>
                                  </m:r>
                                </m:e>
                                <m:sub>
                                  <m:r>
                                    <a:rPr lang="en-PH" sz="2800" b="1" i="1" smtClean="0">
                                      <a:latin typeface="Cambria Math" panose="02040503050406030204" pitchFamily="18" charset="0"/>
                                    </a:rPr>
                                    <m:t>𝒊</m:t>
                                  </m:r>
                                </m:sub>
                              </m:sSub>
                            </m:e>
                          </m:d>
                          <m:r>
                            <a:rPr lang="en-PH" sz="2800" b="1" i="1" smtClean="0">
                              <a:latin typeface="Cambria Math" panose="02040503050406030204" pitchFamily="18" charset="0"/>
                            </a:rPr>
                            <m:t>𝒀</m:t>
                          </m:r>
                        </m:e>
                      </m:d>
                    </m:oMath>
                  </m:oMathPara>
                </a14:m>
                <a:endParaRPr lang="en-PH" sz="2800" b="1" dirty="0"/>
              </a:p>
            </p:txBody>
          </p:sp>
        </mc:Choice>
        <mc:Fallback xmlns="">
          <p:sp>
            <p:nvSpPr>
              <p:cNvPr id="7" name="TextBox 6">
                <a:extLst>
                  <a:ext uri="{FF2B5EF4-FFF2-40B4-BE49-F238E27FC236}">
                    <a16:creationId xmlns:a16="http://schemas.microsoft.com/office/drawing/2014/main" id="{7F355EFF-7B70-FD89-E129-1DDD8DB1F1C2}"/>
                  </a:ext>
                </a:extLst>
              </p:cNvPr>
              <p:cNvSpPr txBox="1">
                <a:spLocks noRot="1" noChangeAspect="1" noMove="1" noResize="1" noEditPoints="1" noAdjustHandles="1" noChangeArrowheads="1" noChangeShapeType="1" noTextEdit="1"/>
              </p:cNvSpPr>
              <p:nvPr/>
            </p:nvSpPr>
            <p:spPr>
              <a:xfrm>
                <a:off x="3369501" y="1691014"/>
                <a:ext cx="8141918" cy="524631"/>
              </a:xfrm>
              <a:prstGeom prst="rect">
                <a:avLst/>
              </a:prstGeom>
              <a:blipFill>
                <a:blip r:embed="rId2"/>
                <a:stretch>
                  <a:fillRect/>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D87EBA4-82E3-E9A1-D954-4C5D690E0AFB}"/>
                  </a:ext>
                </a:extLst>
              </p:cNvPr>
              <p:cNvSpPr txBox="1"/>
              <p:nvPr/>
            </p:nvSpPr>
            <p:spPr>
              <a:xfrm>
                <a:off x="3620022" y="2718148"/>
                <a:ext cx="2597898" cy="2467150"/>
              </a:xfrm>
              <a:prstGeom prst="rect">
                <a:avLst/>
              </a:prstGeom>
              <a:noFill/>
            </p:spPr>
            <p:txBody>
              <a:bodyPr wrap="square" rtlCol="0">
                <a:spAutoFit/>
              </a:bodyPr>
              <a:lstStyle/>
              <a:p>
                <a:r>
                  <a:rPr lang="en-US" sz="2400" dirty="0"/>
                  <a:t>YES: </a:t>
                </a:r>
              </a:p>
              <a:p>
                <a:r>
                  <a:rPr lang="en-US" sz="2400" dirty="0"/>
                  <a:t>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7</m:t>
                        </m:r>
                      </m:num>
                      <m:den>
                        <m:r>
                          <a:rPr lang="en-US" sz="2400" b="0" i="1" smtClean="0">
                            <a:latin typeface="Cambria Math" panose="02040503050406030204" pitchFamily="18" charset="0"/>
                          </a:rPr>
                          <m:t>10</m:t>
                        </m:r>
                      </m:den>
                    </m:f>
                  </m:oMath>
                </a14:m>
                <a:r>
                  <a:rPr lang="en-US" sz="2400" dirty="0"/>
                  <a:t>(</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7</m:t>
                        </m:r>
                      </m:den>
                    </m:f>
                    <m:r>
                      <a:rPr lang="en-US" sz="2400" i="1">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4</m:t>
                        </m:r>
                      </m:num>
                      <m:den>
                        <m:r>
                          <a:rPr lang="en-US" sz="2400" b="0" i="1" smtClean="0">
                            <a:latin typeface="Cambria Math" panose="02040503050406030204" pitchFamily="18" charset="0"/>
                          </a:rPr>
                          <m:t>7</m:t>
                        </m:r>
                      </m:den>
                    </m:f>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5</m:t>
                        </m:r>
                      </m:num>
                      <m:den>
                        <m:r>
                          <a:rPr lang="en-US" sz="2400" b="0" i="1" smtClean="0">
                            <a:latin typeface="Cambria Math" panose="02040503050406030204" pitchFamily="18" charset="0"/>
                          </a:rPr>
                          <m:t>7</m:t>
                        </m:r>
                      </m:den>
                    </m:f>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7</m:t>
                        </m:r>
                      </m:den>
                    </m:f>
                  </m:oMath>
                </a14:m>
                <a:r>
                  <a:rPr lang="en-US" sz="2400" dirty="0"/>
                  <a:t>)</a:t>
                </a:r>
              </a:p>
              <a:p>
                <a:endParaRPr lang="en-PH" sz="2400" dirty="0"/>
              </a:p>
              <a:p>
                <a:r>
                  <a:rPr lang="en-PH" sz="2400" dirty="0"/>
                  <a:t>        =(0.7)(0.033)</a:t>
                </a:r>
              </a:p>
              <a:p>
                <a:endParaRPr lang="en-PH" sz="2400" dirty="0"/>
              </a:p>
              <a:p>
                <a:r>
                  <a:rPr lang="en-PH" sz="2400" dirty="0"/>
                  <a:t>        =0.0231</a:t>
                </a:r>
                <a:endParaRPr lang="en-US" sz="2400" dirty="0"/>
              </a:p>
            </p:txBody>
          </p:sp>
        </mc:Choice>
        <mc:Fallback xmlns="">
          <p:sp>
            <p:nvSpPr>
              <p:cNvPr id="17" name="TextBox 16">
                <a:extLst>
                  <a:ext uri="{FF2B5EF4-FFF2-40B4-BE49-F238E27FC236}">
                    <a16:creationId xmlns:a16="http://schemas.microsoft.com/office/drawing/2014/main" id="{FD87EBA4-82E3-E9A1-D954-4C5D690E0AFB}"/>
                  </a:ext>
                </a:extLst>
              </p:cNvPr>
              <p:cNvSpPr txBox="1">
                <a:spLocks noRot="1" noChangeAspect="1" noMove="1" noResize="1" noEditPoints="1" noAdjustHandles="1" noChangeArrowheads="1" noChangeShapeType="1" noTextEdit="1"/>
              </p:cNvSpPr>
              <p:nvPr/>
            </p:nvSpPr>
            <p:spPr>
              <a:xfrm>
                <a:off x="3620022" y="2718148"/>
                <a:ext cx="2597898" cy="2467150"/>
              </a:xfrm>
              <a:prstGeom prst="rect">
                <a:avLst/>
              </a:prstGeom>
              <a:blipFill>
                <a:blip r:embed="rId3"/>
                <a:stretch>
                  <a:fillRect l="-3756" t="-1975" r="-2347" b="-4691"/>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3D884EF-B5B0-561B-B373-D22B819514FB}"/>
                  </a:ext>
                </a:extLst>
              </p:cNvPr>
              <p:cNvSpPr txBox="1"/>
              <p:nvPr/>
            </p:nvSpPr>
            <p:spPr>
              <a:xfrm>
                <a:off x="7440460" y="2718148"/>
                <a:ext cx="2597898" cy="2463623"/>
              </a:xfrm>
              <a:prstGeom prst="rect">
                <a:avLst/>
              </a:prstGeom>
              <a:noFill/>
            </p:spPr>
            <p:txBody>
              <a:bodyPr wrap="square" rtlCol="0">
                <a:spAutoFit/>
              </a:bodyPr>
              <a:lstStyle/>
              <a:p>
                <a:r>
                  <a:rPr lang="en-US" sz="2400" dirty="0"/>
                  <a:t>NO: </a:t>
                </a:r>
              </a:p>
              <a:p>
                <a:r>
                  <a:rPr lang="en-US" sz="2400" dirty="0"/>
                  <a:t>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3</m:t>
                        </m:r>
                      </m:num>
                      <m:den>
                        <m:r>
                          <a:rPr lang="en-US" sz="2400" b="0" i="1" smtClean="0">
                            <a:latin typeface="Cambria Math" panose="02040503050406030204" pitchFamily="18" charset="0"/>
                          </a:rPr>
                          <m:t>10</m:t>
                        </m:r>
                      </m:den>
                    </m:f>
                  </m:oMath>
                </a14:m>
                <a:r>
                  <a:rPr lang="en-US" sz="2400" dirty="0"/>
                  <a:t>(</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3</m:t>
                        </m:r>
                      </m:den>
                    </m:f>
                    <m:r>
                      <a:rPr lang="en-US" sz="2400" i="1">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3</m:t>
                        </m:r>
                      </m:den>
                    </m:f>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3</m:t>
                        </m:r>
                      </m:den>
                    </m:f>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3</m:t>
                        </m:r>
                      </m:den>
                    </m:f>
                  </m:oMath>
                </a14:m>
                <a:r>
                  <a:rPr lang="en-US" sz="2400" dirty="0"/>
                  <a:t>)</a:t>
                </a:r>
              </a:p>
              <a:p>
                <a:endParaRPr lang="en-PH" sz="2400" dirty="0"/>
              </a:p>
              <a:p>
                <a:r>
                  <a:rPr lang="en-PH" sz="2400" dirty="0"/>
                  <a:t>        =(0.3)(0.049)</a:t>
                </a:r>
              </a:p>
              <a:p>
                <a:endParaRPr lang="en-PH" sz="2400" dirty="0"/>
              </a:p>
              <a:p>
                <a:r>
                  <a:rPr lang="en-PH" sz="2400" dirty="0"/>
                  <a:t>        =0.0147</a:t>
                </a:r>
                <a:endParaRPr lang="en-US" sz="2400" dirty="0"/>
              </a:p>
            </p:txBody>
          </p:sp>
        </mc:Choice>
        <mc:Fallback xmlns="">
          <p:sp>
            <p:nvSpPr>
              <p:cNvPr id="18" name="TextBox 17">
                <a:extLst>
                  <a:ext uri="{FF2B5EF4-FFF2-40B4-BE49-F238E27FC236}">
                    <a16:creationId xmlns:a16="http://schemas.microsoft.com/office/drawing/2014/main" id="{B3D884EF-B5B0-561B-B373-D22B819514FB}"/>
                  </a:ext>
                </a:extLst>
              </p:cNvPr>
              <p:cNvSpPr txBox="1">
                <a:spLocks noRot="1" noChangeAspect="1" noMove="1" noResize="1" noEditPoints="1" noAdjustHandles="1" noChangeArrowheads="1" noChangeShapeType="1" noTextEdit="1"/>
              </p:cNvSpPr>
              <p:nvPr/>
            </p:nvSpPr>
            <p:spPr>
              <a:xfrm>
                <a:off x="7440460" y="2718148"/>
                <a:ext cx="2597898" cy="2463623"/>
              </a:xfrm>
              <a:prstGeom prst="rect">
                <a:avLst/>
              </a:prstGeom>
              <a:blipFill>
                <a:blip r:embed="rId4"/>
                <a:stretch>
                  <a:fillRect l="-3756" t="-1980" r="-2347" b="-4703"/>
                </a:stretch>
              </a:blipFill>
            </p:spPr>
            <p:txBody>
              <a:bodyPr/>
              <a:lstStyle/>
              <a:p>
                <a:r>
                  <a:rPr lang="en-PH">
                    <a:noFill/>
                  </a:rPr>
                  <a:t> </a:t>
                </a:r>
              </a:p>
            </p:txBody>
          </p:sp>
        </mc:Fallback>
      </mc:AlternateContent>
    </p:spTree>
    <p:extLst>
      <p:ext uri="{BB962C8B-B14F-4D97-AF65-F5344CB8AC3E}">
        <p14:creationId xmlns:p14="http://schemas.microsoft.com/office/powerpoint/2010/main" val="821357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2C0C4-E8EF-9755-2214-9D205602460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75BBC06-F724-CBDE-39B9-5B57AD29C3A0}"/>
              </a:ext>
            </a:extLst>
          </p:cNvPr>
          <p:cNvSpPr/>
          <p:nvPr/>
        </p:nvSpPr>
        <p:spPr>
          <a:xfrm>
            <a:off x="0" y="0"/>
            <a:ext cx="12192000" cy="6857999"/>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10" name="Content Placeholder 9">
            <a:extLst>
              <a:ext uri="{FF2B5EF4-FFF2-40B4-BE49-F238E27FC236}">
                <a16:creationId xmlns:a16="http://schemas.microsoft.com/office/drawing/2014/main" id="{A7EA76C5-2544-4C55-7813-CE732D595999}"/>
              </a:ext>
            </a:extLst>
          </p:cNvPr>
          <p:cNvSpPr>
            <a:spLocks noGrp="1"/>
          </p:cNvSpPr>
          <p:nvPr>
            <p:ph idx="1"/>
          </p:nvPr>
        </p:nvSpPr>
        <p:spPr>
          <a:xfrm>
            <a:off x="838200" y="690880"/>
            <a:ext cx="10515600" cy="5486083"/>
          </a:xfrm>
        </p:spPr>
        <p:txBody>
          <a:bodyPr>
            <a:normAutofit/>
          </a:bodyPr>
          <a:lstStyle/>
          <a:p>
            <a:pPr marL="0" indent="0">
              <a:buNone/>
            </a:pPr>
            <a:r>
              <a:rPr lang="en-US" b="1" dirty="0"/>
              <a:t>For the problem:</a:t>
            </a:r>
          </a:p>
          <a:p>
            <a:r>
              <a:rPr lang="en-US" dirty="0"/>
              <a:t>“Will a person watch a movie given the following conditions:</a:t>
            </a:r>
            <a:br>
              <a:rPr lang="en-US" dirty="0"/>
            </a:br>
            <a:r>
              <a:rPr lang="en-US" dirty="0"/>
              <a:t>Genre = Horror, Runtime = Long, With Friends = No, and Mood = Tired”</a:t>
            </a:r>
          </a:p>
          <a:p>
            <a:pPr marL="0" indent="0">
              <a:buNone/>
            </a:pPr>
            <a:r>
              <a:rPr lang="en-US" b="1" dirty="0"/>
              <a:t>Answer:</a:t>
            </a:r>
          </a:p>
          <a:p>
            <a:r>
              <a:rPr lang="en-US" dirty="0"/>
              <a:t>Yes</a:t>
            </a:r>
          </a:p>
          <a:p>
            <a:pPr marL="0" indent="0">
              <a:buNone/>
            </a:pPr>
            <a:br>
              <a:rPr lang="en-US" dirty="0"/>
            </a:br>
            <a:r>
              <a:rPr lang="en-US" dirty="0"/>
              <a:t>Given that the person is </a:t>
            </a:r>
            <a:r>
              <a:rPr lang="en-US" b="1" dirty="0"/>
              <a:t>happy</a:t>
            </a:r>
            <a:r>
              <a:rPr lang="en-US" dirty="0"/>
              <a:t> and </a:t>
            </a:r>
            <a:r>
              <a:rPr lang="en-US" b="1" dirty="0"/>
              <a:t>watching without a friends</a:t>
            </a:r>
            <a:r>
              <a:rPr lang="en-US" dirty="0"/>
              <a:t>, they are more likely to watch a movie even if the </a:t>
            </a:r>
            <a:r>
              <a:rPr lang="en-US" b="1" dirty="0"/>
              <a:t>genre is horror</a:t>
            </a:r>
            <a:r>
              <a:rPr lang="en-US" dirty="0"/>
              <a:t> and the </a:t>
            </a:r>
            <a:r>
              <a:rPr lang="en-US" b="1" dirty="0"/>
              <a:t>runtime is long</a:t>
            </a:r>
            <a:r>
              <a:rPr lang="en-US" dirty="0"/>
              <a:t>. Therefore, the predicted decision is </a:t>
            </a:r>
            <a:r>
              <a:rPr lang="en-US" b="1" dirty="0"/>
              <a:t>Yes, the person will watch the movie.</a:t>
            </a:r>
            <a:endParaRPr lang="en-US" dirty="0"/>
          </a:p>
          <a:p>
            <a:endParaRPr lang="en-PH" dirty="0"/>
          </a:p>
        </p:txBody>
      </p:sp>
    </p:spTree>
    <p:extLst>
      <p:ext uri="{BB962C8B-B14F-4D97-AF65-F5344CB8AC3E}">
        <p14:creationId xmlns:p14="http://schemas.microsoft.com/office/powerpoint/2010/main" val="653852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840C4-FB19-2D8C-FCFF-6D49FBF6F74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011A240-82EA-F41A-E733-CB6AFC08EB75}"/>
              </a:ext>
            </a:extLst>
          </p:cNvPr>
          <p:cNvSpPr/>
          <p:nvPr/>
        </p:nvSpPr>
        <p:spPr>
          <a:xfrm>
            <a:off x="0" y="0"/>
            <a:ext cx="12192000" cy="6857999"/>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10" name="Content Placeholder 9">
            <a:extLst>
              <a:ext uri="{FF2B5EF4-FFF2-40B4-BE49-F238E27FC236}">
                <a16:creationId xmlns:a16="http://schemas.microsoft.com/office/drawing/2014/main" id="{058E5247-4583-693A-CCBB-700F48EB6B44}"/>
              </a:ext>
            </a:extLst>
          </p:cNvPr>
          <p:cNvSpPr>
            <a:spLocks noGrp="1"/>
          </p:cNvSpPr>
          <p:nvPr>
            <p:ph idx="1"/>
          </p:nvPr>
        </p:nvSpPr>
        <p:spPr>
          <a:xfrm>
            <a:off x="838200" y="690880"/>
            <a:ext cx="10515600" cy="5486083"/>
          </a:xfrm>
        </p:spPr>
        <p:txBody>
          <a:bodyPr>
            <a:normAutofit/>
          </a:bodyPr>
          <a:lstStyle/>
          <a:p>
            <a:pPr marL="0" indent="0">
              <a:buNone/>
            </a:pPr>
            <a:r>
              <a:rPr lang="en-US" sz="4400" b="1" dirty="0"/>
              <a:t>Conclusion:</a:t>
            </a:r>
            <a:br>
              <a:rPr lang="en-US" dirty="0"/>
            </a:br>
            <a:r>
              <a:rPr lang="en-US" dirty="0"/>
              <a:t>	In this activity, we analyzed how different factors such as movie genre, runtime, watching with/without a friends, and mood can influence a person’s decision to watch a movie. By collecting survey data and organizing it into a dataset, we were able to observe patterns that affect movie-watching behavior. This analysis helps demonstrate how data can be used to predict decisions based on specific conditions. Overall, the activity shows the importance of using data and attributes to understand preferences and make predictions.</a:t>
            </a:r>
          </a:p>
          <a:p>
            <a:endParaRPr lang="en-PH" dirty="0"/>
          </a:p>
        </p:txBody>
      </p:sp>
    </p:spTree>
    <p:extLst>
      <p:ext uri="{BB962C8B-B14F-4D97-AF65-F5344CB8AC3E}">
        <p14:creationId xmlns:p14="http://schemas.microsoft.com/office/powerpoint/2010/main" val="4028000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523</Words>
  <Application>Microsoft Office PowerPoint</Application>
  <PresentationFormat>Widescreen</PresentationFormat>
  <Paragraphs>197</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Arial Rounded MT Bold</vt:lpstr>
      <vt:lpstr>Calibri</vt:lpstr>
      <vt:lpstr>Calibri Light</vt:lpstr>
      <vt:lpstr>Cambria Math</vt:lpstr>
      <vt:lpstr>Office Theme</vt:lpstr>
      <vt:lpstr>PowerPoint Presentation</vt:lpstr>
      <vt:lpstr>PowerPoint Presentation</vt:lpstr>
      <vt:lpstr>PowerPoint Presentation</vt:lpstr>
      <vt:lpstr>Will a person watch a movie given the following conditions: Genre = Horror, Runtime = Long, With Friends = Yes, and Mood = Happy.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honeygracenavarra@outlook.com</dc:creator>
  <cp:lastModifiedBy>honeygracenavarra@outlook.com</cp:lastModifiedBy>
  <cp:revision>4</cp:revision>
  <dcterms:created xsi:type="dcterms:W3CDTF">2026-03-15T17:32:00Z</dcterms:created>
  <dcterms:modified xsi:type="dcterms:W3CDTF">2026-03-16T03:49:35Z</dcterms:modified>
</cp:coreProperties>
</file>